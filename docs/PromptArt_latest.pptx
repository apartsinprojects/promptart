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6"/>
  </p:notesMasterIdLst>
  <p:sldIdLst>
    <p:sldId id="256" r:id="rId2"/>
    <p:sldId id="369" r:id="rId3"/>
    <p:sldId id="366" r:id="rId4"/>
    <p:sldId id="257" r:id="rId5"/>
    <p:sldId id="500" r:id="rId6"/>
    <p:sldId id="501" r:id="rId7"/>
    <p:sldId id="502" r:id="rId8"/>
    <p:sldId id="503" r:id="rId9"/>
    <p:sldId id="258" r:id="rId10"/>
    <p:sldId id="259" r:id="rId11"/>
    <p:sldId id="504" r:id="rId12"/>
    <p:sldId id="260" r:id="rId13"/>
    <p:sldId id="505" r:id="rId14"/>
    <p:sldId id="261" r:id="rId15"/>
    <p:sldId id="262" r:id="rId16"/>
    <p:sldId id="263" r:id="rId17"/>
    <p:sldId id="264" r:id="rId18"/>
    <p:sldId id="266" r:id="rId19"/>
    <p:sldId id="267" r:id="rId20"/>
    <p:sldId id="308" r:id="rId21"/>
    <p:sldId id="306" r:id="rId22"/>
    <p:sldId id="314" r:id="rId23"/>
    <p:sldId id="311" r:id="rId24"/>
    <p:sldId id="312" r:id="rId25"/>
    <p:sldId id="313" r:id="rId26"/>
    <p:sldId id="307" r:id="rId27"/>
    <p:sldId id="363" r:id="rId28"/>
    <p:sldId id="315" r:id="rId29"/>
    <p:sldId id="336" r:id="rId30"/>
    <p:sldId id="269" r:id="rId31"/>
    <p:sldId id="317" r:id="rId32"/>
    <p:sldId id="322" r:id="rId33"/>
    <p:sldId id="324" r:id="rId34"/>
    <p:sldId id="370" r:id="rId35"/>
    <p:sldId id="321" r:id="rId36"/>
    <p:sldId id="323" r:id="rId37"/>
    <p:sldId id="382" r:id="rId38"/>
    <p:sldId id="395" r:id="rId39"/>
    <p:sldId id="367" r:id="rId40"/>
    <p:sldId id="325" r:id="rId41"/>
    <p:sldId id="326" r:id="rId42"/>
    <p:sldId id="327" r:id="rId43"/>
    <p:sldId id="328" r:id="rId44"/>
    <p:sldId id="329" r:id="rId45"/>
    <p:sldId id="330" r:id="rId46"/>
    <p:sldId id="368" r:id="rId47"/>
    <p:sldId id="338" r:id="rId48"/>
    <p:sldId id="339" r:id="rId49"/>
    <p:sldId id="340" r:id="rId50"/>
    <p:sldId id="341" r:id="rId51"/>
    <p:sldId id="342" r:id="rId52"/>
    <p:sldId id="344" r:id="rId53"/>
    <p:sldId id="345" r:id="rId54"/>
    <p:sldId id="346" r:id="rId55"/>
    <p:sldId id="347" r:id="rId56"/>
    <p:sldId id="348" r:id="rId57"/>
    <p:sldId id="349" r:id="rId58"/>
    <p:sldId id="350" r:id="rId59"/>
    <p:sldId id="357" r:id="rId60"/>
    <p:sldId id="359" r:id="rId61"/>
    <p:sldId id="361" r:id="rId62"/>
    <p:sldId id="360" r:id="rId63"/>
    <p:sldId id="355" r:id="rId64"/>
    <p:sldId id="356" r:id="rId65"/>
    <p:sldId id="358" r:id="rId66"/>
    <p:sldId id="362" r:id="rId67"/>
    <p:sldId id="365" r:id="rId68"/>
    <p:sldId id="383" r:id="rId69"/>
    <p:sldId id="364" r:id="rId70"/>
    <p:sldId id="384" r:id="rId71"/>
    <p:sldId id="385" r:id="rId72"/>
    <p:sldId id="388" r:id="rId73"/>
    <p:sldId id="386" r:id="rId74"/>
    <p:sldId id="387" r:id="rId75"/>
    <p:sldId id="371" r:id="rId76"/>
    <p:sldId id="389" r:id="rId77"/>
    <p:sldId id="390" r:id="rId78"/>
    <p:sldId id="391" r:id="rId79"/>
    <p:sldId id="372" r:id="rId80"/>
    <p:sldId id="392" r:id="rId81"/>
    <p:sldId id="397" r:id="rId82"/>
    <p:sldId id="398" r:id="rId83"/>
    <p:sldId id="373" r:id="rId84"/>
    <p:sldId id="374" r:id="rId85"/>
    <p:sldId id="393" r:id="rId86"/>
    <p:sldId id="396" r:id="rId87"/>
    <p:sldId id="375" r:id="rId88"/>
    <p:sldId id="394" r:id="rId89"/>
    <p:sldId id="376" r:id="rId90"/>
    <p:sldId id="377" r:id="rId91"/>
    <p:sldId id="378" r:id="rId92"/>
    <p:sldId id="379" r:id="rId93"/>
    <p:sldId id="380" r:id="rId94"/>
    <p:sldId id="381" r:id="rId95"/>
    <p:sldId id="411" r:id="rId96"/>
    <p:sldId id="407" r:id="rId97"/>
    <p:sldId id="496" r:id="rId98"/>
    <p:sldId id="497" r:id="rId99"/>
    <p:sldId id="437" r:id="rId100"/>
    <p:sldId id="423" r:id="rId101"/>
    <p:sldId id="433" r:id="rId102"/>
    <p:sldId id="425" r:id="rId103"/>
    <p:sldId id="440" r:id="rId104"/>
    <p:sldId id="443" r:id="rId105"/>
    <p:sldId id="446" r:id="rId106"/>
    <p:sldId id="498" r:id="rId107"/>
    <p:sldId id="448" r:id="rId108"/>
    <p:sldId id="451" r:id="rId109"/>
    <p:sldId id="459" r:id="rId110"/>
    <p:sldId id="485" r:id="rId111"/>
    <p:sldId id="491" r:id="rId112"/>
    <p:sldId id="490" r:id="rId113"/>
    <p:sldId id="489" r:id="rId114"/>
    <p:sldId id="492" r:id="rId115"/>
    <p:sldId id="493" r:id="rId116"/>
    <p:sldId id="495" r:id="rId117"/>
    <p:sldId id="499" r:id="rId118"/>
    <p:sldId id="506" r:id="rId119"/>
    <p:sldId id="507" r:id="rId120"/>
    <p:sldId id="508" r:id="rId121"/>
    <p:sldId id="510" r:id="rId122"/>
    <p:sldId id="512" r:id="rId123"/>
    <p:sldId id="514" r:id="rId124"/>
    <p:sldId id="513" r:id="rId1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9" roundtripDataSignature="AMtx7mgdEX1NPUMiQH0KjFO3aQWcANIr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B1ED"/>
    <a:srgbClr val="6CD8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2C058E-AAA7-4CA8-9E2E-76ED0D1BB72B}">
  <a:tblStyle styleId="{DB2C058E-AAA7-4CA8-9E2E-76ED0D1BB7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customschemas.google.com/relationships/presentationmetadata" Target="meta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image" Target="../media/image36.svg"/><Relationship Id="rId16" Type="http://schemas.openxmlformats.org/officeDocument/2006/relationships/image" Target="../media/image50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Relationship Id="rId14" Type="http://schemas.openxmlformats.org/officeDocument/2006/relationships/image" Target="../media/image4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image" Target="../media/image36.svg"/><Relationship Id="rId16" Type="http://schemas.openxmlformats.org/officeDocument/2006/relationships/image" Target="../media/image50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Relationship Id="rId14" Type="http://schemas.openxmlformats.org/officeDocument/2006/relationships/image" Target="../media/image4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D4C6FA-E165-4D36-BC36-326F17D2E77B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9D4088-BF9A-434E-9D92-D3843173021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Feeds</a:t>
          </a:r>
        </a:p>
      </dgm:t>
    </dgm:pt>
    <dgm:pt modelId="{600F10F8-0E1E-439F-8D60-D5DC34A57FA7}" type="parTrans" cxnId="{8887DD44-AFF1-4012-9B3C-3BE9C28879C7}">
      <dgm:prSet/>
      <dgm:spPr/>
      <dgm:t>
        <a:bodyPr/>
        <a:lstStyle/>
        <a:p>
          <a:endParaRPr lang="en-US"/>
        </a:p>
      </dgm:t>
    </dgm:pt>
    <dgm:pt modelId="{8DBD0FD8-53E9-438F-AC66-DE841AF079AF}" type="sibTrans" cxnId="{8887DD44-AFF1-4012-9B3C-3BE9C28879C7}">
      <dgm:prSet/>
      <dgm:spPr/>
      <dgm:t>
        <a:bodyPr/>
        <a:lstStyle/>
        <a:p>
          <a:endParaRPr lang="en-US"/>
        </a:p>
      </dgm:t>
    </dgm:pt>
    <dgm:pt modelId="{466CD86F-4B70-4B31-BA47-5BF6032486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Feeds are parametrized (URL, account) or closed (ready-to-fetch)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175B1773-E01A-4C09-BE50-3919A8674E04}" type="parTrans" cxnId="{E4E85C21-F1EA-465F-B731-29A2E717EE5A}">
      <dgm:prSet/>
      <dgm:spPr/>
      <dgm:t>
        <a:bodyPr/>
        <a:lstStyle/>
        <a:p>
          <a:endParaRPr lang="en-US"/>
        </a:p>
      </dgm:t>
    </dgm:pt>
    <dgm:pt modelId="{EFBBBC7C-E2F5-4B9D-A100-43DD1A4E41D0}" type="sibTrans" cxnId="{E4E85C21-F1EA-465F-B731-29A2E717EE5A}">
      <dgm:prSet/>
      <dgm:spPr/>
      <dgm:t>
        <a:bodyPr/>
        <a:lstStyle/>
        <a:p>
          <a:endParaRPr lang="en-US"/>
        </a:p>
      </dgm:t>
    </dgm:pt>
    <dgm:pt modelId="{039CA074-1866-4664-88CE-75DE12CDB1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Basic feeds are supplied by the system (RSS, Twitter celebrates)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94EA79F8-3124-4E34-B3FF-AB74E3442DF3}" type="parTrans" cxnId="{25BF5DDF-B31F-4511-AD66-A2F92C07DCDC}">
      <dgm:prSet/>
      <dgm:spPr/>
      <dgm:t>
        <a:bodyPr/>
        <a:lstStyle/>
        <a:p>
          <a:endParaRPr lang="en-US"/>
        </a:p>
      </dgm:t>
    </dgm:pt>
    <dgm:pt modelId="{FCC4A5F9-49AD-4543-8F80-191168ED6497}" type="sibTrans" cxnId="{25BF5DDF-B31F-4511-AD66-A2F92C07DCDC}">
      <dgm:prSet/>
      <dgm:spPr/>
      <dgm:t>
        <a:bodyPr/>
        <a:lstStyle/>
        <a:p>
          <a:endParaRPr lang="en-US"/>
        </a:p>
      </dgm:t>
    </dgm:pt>
    <dgm:pt modelId="{9F9CFDCE-839D-44AD-84B1-B8E6023AF7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 can create a new feed by parametrizing and applying and existing AI transformer to any existing feed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5039C39E-3A9C-4383-9F7B-BD8B86851D20}" type="parTrans" cxnId="{FC13218F-4098-43BB-81F0-0FBF454CD800}">
      <dgm:prSet/>
      <dgm:spPr/>
      <dgm:t>
        <a:bodyPr/>
        <a:lstStyle/>
        <a:p>
          <a:endParaRPr lang="en-US"/>
        </a:p>
      </dgm:t>
    </dgm:pt>
    <dgm:pt modelId="{79D106D3-DC07-4583-9F3F-71BAF13ABA17}" type="sibTrans" cxnId="{FC13218F-4098-43BB-81F0-0FBF454CD800}">
      <dgm:prSet/>
      <dgm:spPr/>
      <dgm:t>
        <a:bodyPr/>
        <a:lstStyle/>
        <a:p>
          <a:endParaRPr lang="en-US"/>
        </a:p>
      </dgm:t>
    </dgm:pt>
    <dgm:pt modelId="{7E6768B9-494C-4F97-A09E-2627DBE18E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 can publish created feeds to public feeds catalogue and earn if used by other users</a:t>
          </a:r>
        </a:p>
      </dgm:t>
    </dgm:pt>
    <dgm:pt modelId="{201985E9-02E3-4D84-BE93-0DAD0B49B9FD}" type="parTrans" cxnId="{3CACADD6-FCD3-4024-9E36-140BF2065255}">
      <dgm:prSet/>
      <dgm:spPr/>
      <dgm:t>
        <a:bodyPr/>
        <a:lstStyle/>
        <a:p>
          <a:endParaRPr lang="en-US"/>
        </a:p>
      </dgm:t>
    </dgm:pt>
    <dgm:pt modelId="{B419720C-2A3C-4B19-A8D1-83A375AD09C6}" type="sibTrans" cxnId="{3CACADD6-FCD3-4024-9E36-140BF2065255}">
      <dgm:prSet/>
      <dgm:spPr/>
      <dgm:t>
        <a:bodyPr/>
        <a:lstStyle/>
        <a:p>
          <a:endParaRPr lang="en-US"/>
        </a:p>
      </dgm:t>
    </dgm:pt>
    <dgm:pt modelId="{2A2FE95C-8155-44DC-A9FD-7E3C5E637E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Transformers</a:t>
          </a:r>
        </a:p>
      </dgm:t>
    </dgm:pt>
    <dgm:pt modelId="{85CB5271-C290-4404-8862-CD7458444030}" type="parTrans" cxnId="{2148F834-C238-4BAB-98E1-C2A9852EF3F0}">
      <dgm:prSet/>
      <dgm:spPr/>
      <dgm:t>
        <a:bodyPr/>
        <a:lstStyle/>
        <a:p>
          <a:endParaRPr lang="en-US"/>
        </a:p>
      </dgm:t>
    </dgm:pt>
    <dgm:pt modelId="{FE0DE99B-985B-43AE-A957-394589726DB6}" type="sibTrans" cxnId="{2148F834-C238-4BAB-98E1-C2A9852EF3F0}">
      <dgm:prSet/>
      <dgm:spPr/>
      <dgm:t>
        <a:bodyPr/>
        <a:lstStyle/>
        <a:p>
          <a:endParaRPr lang="en-US"/>
        </a:p>
      </dgm:t>
    </dgm:pt>
    <dgm:pt modelId="{657C6318-9100-4637-899B-806CC75CC0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Transformers are parametrized (prompt, model parameters) or closed (ready-to-apply)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DDE51A4B-3A3E-4731-B399-4D11D814E090}" type="parTrans" cxnId="{7D78AFB9-309C-41CF-9627-0408AFF9F5F0}">
      <dgm:prSet/>
      <dgm:spPr/>
      <dgm:t>
        <a:bodyPr/>
        <a:lstStyle/>
        <a:p>
          <a:endParaRPr lang="en-US"/>
        </a:p>
      </dgm:t>
    </dgm:pt>
    <dgm:pt modelId="{0BB27A75-6155-4EDB-B337-8A4684F72C3A}" type="sibTrans" cxnId="{7D78AFB9-309C-41CF-9627-0408AFF9F5F0}">
      <dgm:prSet/>
      <dgm:spPr/>
      <dgm:t>
        <a:bodyPr/>
        <a:lstStyle/>
        <a:p>
          <a:endParaRPr lang="en-US"/>
        </a:p>
      </dgm:t>
    </dgm:pt>
    <dgm:pt modelId="{371605D6-02B6-462F-B945-A207834ABC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Basic transformers (one step model inference) are provided by the system(Text2X) 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7C8B95CB-BA28-4BEF-B476-49EDB769216E}" type="parTrans" cxnId="{38694813-A9D6-49AF-ABA2-094316B9D871}">
      <dgm:prSet/>
      <dgm:spPr/>
      <dgm:t>
        <a:bodyPr/>
        <a:lstStyle/>
        <a:p>
          <a:endParaRPr lang="en-US"/>
        </a:p>
      </dgm:t>
    </dgm:pt>
    <dgm:pt modelId="{0F5C3C6D-3E00-482D-9ACB-D3CEFE39338A}" type="sibTrans" cxnId="{38694813-A9D6-49AF-ABA2-094316B9D871}">
      <dgm:prSet/>
      <dgm:spPr/>
      <dgm:t>
        <a:bodyPr/>
        <a:lstStyle/>
        <a:p>
          <a:endParaRPr lang="en-US"/>
        </a:p>
      </dgm:t>
    </dgm:pt>
    <dgm:pt modelId="{B70261EC-BFC6-42E0-A94A-6F3320DCAC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 can create a new transformer by composing existing transformers via chaining and pooling with some parametrization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2C8B3023-39AC-484A-8612-1AE9AAA9F65F}" type="parTrans" cxnId="{8B5A2598-A074-4D42-A6C6-B3FD6C33F608}">
      <dgm:prSet/>
      <dgm:spPr/>
      <dgm:t>
        <a:bodyPr/>
        <a:lstStyle/>
        <a:p>
          <a:endParaRPr lang="en-US"/>
        </a:p>
      </dgm:t>
    </dgm:pt>
    <dgm:pt modelId="{FC437028-7FF4-4F46-84F6-019E6A6D5A99}" type="sibTrans" cxnId="{8B5A2598-A074-4D42-A6C6-B3FD6C33F608}">
      <dgm:prSet/>
      <dgm:spPr/>
      <dgm:t>
        <a:bodyPr/>
        <a:lstStyle/>
        <a:p>
          <a:endParaRPr lang="en-US"/>
        </a:p>
      </dgm:t>
    </dgm:pt>
    <dgm:pt modelId="{A04669F2-6F33-4858-AEE8-6493570B38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 can publish created transformers to the public transformer catalogue and earn if used by other users</a:t>
          </a:r>
        </a:p>
      </dgm:t>
    </dgm:pt>
    <dgm:pt modelId="{03A82C1D-2CAD-4B00-89DE-87FBD15D49D7}" type="parTrans" cxnId="{675F2F18-B281-408A-B1D7-F67AAF6DA4F1}">
      <dgm:prSet/>
      <dgm:spPr/>
      <dgm:t>
        <a:bodyPr/>
        <a:lstStyle/>
        <a:p>
          <a:endParaRPr lang="en-US"/>
        </a:p>
      </dgm:t>
    </dgm:pt>
    <dgm:pt modelId="{E2779C42-3BE5-46D3-8374-6688588A2860}" type="sibTrans" cxnId="{675F2F18-B281-408A-B1D7-F67AAF6DA4F1}">
      <dgm:prSet/>
      <dgm:spPr/>
      <dgm:t>
        <a:bodyPr/>
        <a:lstStyle/>
        <a:p>
          <a:endParaRPr lang="en-US"/>
        </a:p>
      </dgm:t>
    </dgm:pt>
    <dgm:pt modelId="{610F3C14-3A3B-4869-BA8C-6D0E39F9AC8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Channel</a:t>
          </a:r>
        </a:p>
      </dgm:t>
    </dgm:pt>
    <dgm:pt modelId="{7119C72F-2C75-4786-AC13-966F498180CA}" type="parTrans" cxnId="{FCA5792B-8D32-48F2-8B55-64C222ECB627}">
      <dgm:prSet/>
      <dgm:spPr/>
      <dgm:t>
        <a:bodyPr/>
        <a:lstStyle/>
        <a:p>
          <a:endParaRPr lang="en-US"/>
        </a:p>
      </dgm:t>
    </dgm:pt>
    <dgm:pt modelId="{8C301F59-41D9-42B9-A4F3-072344D05A62}" type="sibTrans" cxnId="{FCA5792B-8D32-48F2-8B55-64C222ECB627}">
      <dgm:prSet/>
      <dgm:spPr/>
      <dgm:t>
        <a:bodyPr/>
        <a:lstStyle/>
        <a:p>
          <a:endParaRPr lang="en-US"/>
        </a:p>
      </dgm:t>
    </dgm:pt>
    <dgm:pt modelId="{61CAC8F9-14FA-414E-A331-EDF239F443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 add closed feeds from catalogue to his channel while observing token cost of each feed</a:t>
          </a:r>
        </a:p>
        <a:p>
          <a:pPr>
            <a:lnSpc>
              <a:spcPct val="100000"/>
            </a:lnSpc>
          </a:pPr>
          <a:endParaRPr lang="en-US" dirty="0"/>
        </a:p>
        <a:p>
          <a:pPr>
            <a:lnSpc>
              <a:spcPct val="100000"/>
            </a:lnSpc>
          </a:pPr>
          <a:r>
            <a:rPr lang="en-US" dirty="0"/>
            <a:t>User configures budget-based limits and frequencies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4ACF8401-AC03-47F2-9EDC-2E10A49896E7}" type="parTrans" cxnId="{46F7C16D-48A3-40B5-BAF9-A3739F1444B8}">
      <dgm:prSet/>
      <dgm:spPr/>
      <dgm:t>
        <a:bodyPr/>
        <a:lstStyle/>
        <a:p>
          <a:endParaRPr lang="en-US"/>
        </a:p>
      </dgm:t>
    </dgm:pt>
    <dgm:pt modelId="{8012D07C-9454-450E-B45C-5F5AC2EAD402}" type="sibTrans" cxnId="{46F7C16D-48A3-40B5-BAF9-A3739F1444B8}">
      <dgm:prSet/>
      <dgm:spPr/>
      <dgm:t>
        <a:bodyPr/>
        <a:lstStyle/>
        <a:p>
          <a:endParaRPr lang="en-US"/>
        </a:p>
      </dgm:t>
    </dgm:pt>
    <dgm:pt modelId="{56832B06-5080-4E8B-9B5E-41C847DD7F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 select and configure available distribution channels (e-mail, IM, Social Networks)</a:t>
          </a:r>
        </a:p>
        <a:p>
          <a:pPr>
            <a:lnSpc>
              <a:spcPct val="100000"/>
            </a:lnSpc>
          </a:pPr>
          <a:endParaRPr lang="en-US" dirty="0"/>
        </a:p>
        <a:p>
          <a:pPr>
            <a:lnSpc>
              <a:spcPct val="100000"/>
            </a:lnSpc>
          </a:pPr>
          <a:r>
            <a:rPr lang="en-US" dirty="0"/>
            <a:t>Feedback from selected channels (likes, views) are collected where possible</a:t>
          </a:r>
        </a:p>
      </dgm:t>
    </dgm:pt>
    <dgm:pt modelId="{7E30D571-8D1D-454D-A1A0-EFC1808F6BC7}" type="parTrans" cxnId="{B8976852-7BE9-45CB-A472-F825957D3550}">
      <dgm:prSet/>
      <dgm:spPr/>
      <dgm:t>
        <a:bodyPr/>
        <a:lstStyle/>
        <a:p>
          <a:endParaRPr lang="en-US"/>
        </a:p>
      </dgm:t>
    </dgm:pt>
    <dgm:pt modelId="{A3028812-C0D2-454B-AC19-6BD58BDA7086}" type="sibTrans" cxnId="{B8976852-7BE9-45CB-A472-F825957D3550}">
      <dgm:prSet/>
      <dgm:spPr/>
      <dgm:t>
        <a:bodyPr/>
        <a:lstStyle/>
        <a:p>
          <a:endParaRPr lang="en-US"/>
        </a:p>
      </dgm:t>
    </dgm:pt>
    <dgm:pt modelId="{98707347-9518-489A-AEE7-D106DA995A3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Wallet</a:t>
          </a:r>
        </a:p>
      </dgm:t>
    </dgm:pt>
    <dgm:pt modelId="{6DEC257A-5767-4379-961F-F2E0888921CA}" type="parTrans" cxnId="{D0F3D163-3C89-407F-BC7C-7E1824965EAA}">
      <dgm:prSet/>
      <dgm:spPr/>
      <dgm:t>
        <a:bodyPr/>
        <a:lstStyle/>
        <a:p>
          <a:endParaRPr lang="en-US"/>
        </a:p>
      </dgm:t>
    </dgm:pt>
    <dgm:pt modelId="{066ACED7-F600-4469-9178-7B2871DE182E}" type="sibTrans" cxnId="{D0F3D163-3C89-407F-BC7C-7E1824965EAA}">
      <dgm:prSet/>
      <dgm:spPr/>
      <dgm:t>
        <a:bodyPr/>
        <a:lstStyle/>
        <a:p>
          <a:endParaRPr lang="en-US"/>
        </a:p>
      </dgm:t>
    </dgm:pt>
    <dgm:pt modelId="{0C448201-8EF2-4634-9544-CBCAD73CDD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 purchases/earns tokens to fill his wallet via subscription , packages and cash-backs purchases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8650E7BA-49D7-4867-9C13-CA17EB582ED0}" type="parTrans" cxnId="{ECD38728-4B72-4145-B567-17E7429C5C26}">
      <dgm:prSet/>
      <dgm:spPr/>
      <dgm:t>
        <a:bodyPr/>
        <a:lstStyle/>
        <a:p>
          <a:endParaRPr lang="en-US"/>
        </a:p>
      </dgm:t>
    </dgm:pt>
    <dgm:pt modelId="{559AD076-4C89-43F4-B271-AB59EF1DB90B}" type="sibTrans" cxnId="{ECD38728-4B72-4145-B567-17E7429C5C26}">
      <dgm:prSet/>
      <dgm:spPr/>
      <dgm:t>
        <a:bodyPr/>
        <a:lstStyle/>
        <a:p>
          <a:endParaRPr lang="en-US"/>
        </a:p>
      </dgm:t>
    </dgm:pt>
    <dgm:pt modelId="{CAD184AB-EB10-4C86-B1AC-478100A8D5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 spend his token when content is generated (for distribution or for preview during transformer editing)</a:t>
          </a:r>
        </a:p>
        <a:p>
          <a:pPr>
            <a:lnSpc>
              <a:spcPct val="100000"/>
            </a:lnSpc>
          </a:pPr>
          <a:endParaRPr lang="en-US" dirty="0"/>
        </a:p>
        <a:p>
          <a:pPr>
            <a:lnSpc>
              <a:spcPct val="100000"/>
            </a:lnSpc>
          </a:pPr>
          <a:r>
            <a:rPr lang="en-US" dirty="0"/>
            <a:t>User can observe data and analytics on all spend and earn transactions </a:t>
          </a:r>
        </a:p>
        <a:p>
          <a:pPr>
            <a:lnSpc>
              <a:spcPct val="100000"/>
            </a:lnSpc>
          </a:pPr>
          <a:endParaRPr lang="en-US" dirty="0"/>
        </a:p>
        <a:p>
          <a:pPr>
            <a:lnSpc>
              <a:spcPct val="100000"/>
            </a:lnSpc>
          </a:pPr>
          <a:r>
            <a:rPr lang="en-US" dirty="0"/>
            <a:t>Selected users can withdraw earned tokens and convert it to the payments</a:t>
          </a:r>
        </a:p>
      </dgm:t>
    </dgm:pt>
    <dgm:pt modelId="{FC60F431-3EA1-46F4-9F6F-450EB9D195D2}" type="parTrans" cxnId="{3175FA3B-5F02-440B-9379-EFB69D2D17E5}">
      <dgm:prSet/>
      <dgm:spPr/>
      <dgm:t>
        <a:bodyPr/>
        <a:lstStyle/>
        <a:p>
          <a:endParaRPr lang="en-US"/>
        </a:p>
      </dgm:t>
    </dgm:pt>
    <dgm:pt modelId="{E4614C47-35F0-4507-A126-86BB0C85C933}" type="sibTrans" cxnId="{3175FA3B-5F02-440B-9379-EFB69D2D17E5}">
      <dgm:prSet/>
      <dgm:spPr/>
      <dgm:t>
        <a:bodyPr/>
        <a:lstStyle/>
        <a:p>
          <a:endParaRPr lang="en-US"/>
        </a:p>
      </dgm:t>
    </dgm:pt>
    <dgm:pt modelId="{D020651A-79F3-4832-A14E-60D19D027405}" type="pres">
      <dgm:prSet presAssocID="{ECD4C6FA-E165-4D36-BC36-326F17D2E77B}" presName="root" presStyleCnt="0">
        <dgm:presLayoutVars>
          <dgm:dir/>
          <dgm:resizeHandles val="exact"/>
        </dgm:presLayoutVars>
      </dgm:prSet>
      <dgm:spPr/>
    </dgm:pt>
    <dgm:pt modelId="{586AD42C-B3DE-4A78-8CD4-0B3CADF16F22}" type="pres">
      <dgm:prSet presAssocID="{9C9D4088-BF9A-434E-9D92-D38431730219}" presName="compNode" presStyleCnt="0"/>
      <dgm:spPr/>
    </dgm:pt>
    <dgm:pt modelId="{2E0BEBE2-2344-4B6D-9649-F93901E9B6AC}" type="pres">
      <dgm:prSet presAssocID="{9C9D4088-BF9A-434E-9D92-D3843173021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A371C11-00F3-495E-8BBD-B0A2ABF2A4E0}" type="pres">
      <dgm:prSet presAssocID="{9C9D4088-BF9A-434E-9D92-D38431730219}" presName="iconSpace" presStyleCnt="0"/>
      <dgm:spPr/>
    </dgm:pt>
    <dgm:pt modelId="{B453256E-0CC6-4A2F-B32E-2C922B003D8C}" type="pres">
      <dgm:prSet presAssocID="{9C9D4088-BF9A-434E-9D92-D38431730219}" presName="parTx" presStyleLbl="revTx" presStyleIdx="0" presStyleCnt="8">
        <dgm:presLayoutVars>
          <dgm:chMax val="0"/>
          <dgm:chPref val="0"/>
        </dgm:presLayoutVars>
      </dgm:prSet>
      <dgm:spPr/>
    </dgm:pt>
    <dgm:pt modelId="{712C3687-D995-42F2-BBC2-6976AFB10A4C}" type="pres">
      <dgm:prSet presAssocID="{9C9D4088-BF9A-434E-9D92-D38431730219}" presName="txSpace" presStyleCnt="0"/>
      <dgm:spPr/>
    </dgm:pt>
    <dgm:pt modelId="{0762A50F-7AAE-4778-8F5C-884D688F5261}" type="pres">
      <dgm:prSet presAssocID="{9C9D4088-BF9A-434E-9D92-D38431730219}" presName="desTx" presStyleLbl="revTx" presStyleIdx="1" presStyleCnt="8">
        <dgm:presLayoutVars/>
      </dgm:prSet>
      <dgm:spPr/>
    </dgm:pt>
    <dgm:pt modelId="{7707ACB3-10C5-4470-AD40-8418DB7255DD}" type="pres">
      <dgm:prSet presAssocID="{8DBD0FD8-53E9-438F-AC66-DE841AF079AF}" presName="sibTrans" presStyleCnt="0"/>
      <dgm:spPr/>
    </dgm:pt>
    <dgm:pt modelId="{EC2E5AC2-A67D-4D0B-B425-BB3E2B185628}" type="pres">
      <dgm:prSet presAssocID="{2A2FE95C-8155-44DC-A9FD-7E3C5E637EFF}" presName="compNode" presStyleCnt="0"/>
      <dgm:spPr/>
    </dgm:pt>
    <dgm:pt modelId="{BF1488F6-A5F4-4C5B-872E-1FF520C18E3C}" type="pres">
      <dgm:prSet presAssocID="{2A2FE95C-8155-44DC-A9FD-7E3C5E637EF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4A69603F-9824-49AA-B823-4139E351B069}" type="pres">
      <dgm:prSet presAssocID="{2A2FE95C-8155-44DC-A9FD-7E3C5E637EFF}" presName="iconSpace" presStyleCnt="0"/>
      <dgm:spPr/>
    </dgm:pt>
    <dgm:pt modelId="{C01731C1-D559-4D28-9ACA-BD5477EFF4FC}" type="pres">
      <dgm:prSet presAssocID="{2A2FE95C-8155-44DC-A9FD-7E3C5E637EFF}" presName="parTx" presStyleLbl="revTx" presStyleIdx="2" presStyleCnt="8">
        <dgm:presLayoutVars>
          <dgm:chMax val="0"/>
          <dgm:chPref val="0"/>
        </dgm:presLayoutVars>
      </dgm:prSet>
      <dgm:spPr/>
    </dgm:pt>
    <dgm:pt modelId="{065FD09D-F939-4179-8F86-04C5E02C634E}" type="pres">
      <dgm:prSet presAssocID="{2A2FE95C-8155-44DC-A9FD-7E3C5E637EFF}" presName="txSpace" presStyleCnt="0"/>
      <dgm:spPr/>
    </dgm:pt>
    <dgm:pt modelId="{0D8CECEC-89D9-482C-8EE2-B9A7D17A257C}" type="pres">
      <dgm:prSet presAssocID="{2A2FE95C-8155-44DC-A9FD-7E3C5E637EFF}" presName="desTx" presStyleLbl="revTx" presStyleIdx="3" presStyleCnt="8">
        <dgm:presLayoutVars/>
      </dgm:prSet>
      <dgm:spPr/>
    </dgm:pt>
    <dgm:pt modelId="{0482F6D3-D8A5-4CC2-AD84-DB1B17A60A3E}" type="pres">
      <dgm:prSet presAssocID="{FE0DE99B-985B-43AE-A957-394589726DB6}" presName="sibTrans" presStyleCnt="0"/>
      <dgm:spPr/>
    </dgm:pt>
    <dgm:pt modelId="{32100901-E621-42FC-8C3D-9417E8D92C96}" type="pres">
      <dgm:prSet presAssocID="{610F3C14-3A3B-4869-BA8C-6D0E39F9AC81}" presName="compNode" presStyleCnt="0"/>
      <dgm:spPr/>
    </dgm:pt>
    <dgm:pt modelId="{B322A6BD-493D-4151-820E-122FCF199DC0}" type="pres">
      <dgm:prSet presAssocID="{610F3C14-3A3B-4869-BA8C-6D0E39F9AC8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8293132-EE11-4E53-8BA9-B5959563C6DD}" type="pres">
      <dgm:prSet presAssocID="{610F3C14-3A3B-4869-BA8C-6D0E39F9AC81}" presName="iconSpace" presStyleCnt="0"/>
      <dgm:spPr/>
    </dgm:pt>
    <dgm:pt modelId="{6CCF8FAF-032F-46FE-970B-9123A245BDA6}" type="pres">
      <dgm:prSet presAssocID="{610F3C14-3A3B-4869-BA8C-6D0E39F9AC81}" presName="parTx" presStyleLbl="revTx" presStyleIdx="4" presStyleCnt="8">
        <dgm:presLayoutVars>
          <dgm:chMax val="0"/>
          <dgm:chPref val="0"/>
        </dgm:presLayoutVars>
      </dgm:prSet>
      <dgm:spPr/>
    </dgm:pt>
    <dgm:pt modelId="{BC397B00-D903-4524-9083-83122D11C91B}" type="pres">
      <dgm:prSet presAssocID="{610F3C14-3A3B-4869-BA8C-6D0E39F9AC81}" presName="txSpace" presStyleCnt="0"/>
      <dgm:spPr/>
    </dgm:pt>
    <dgm:pt modelId="{172585A6-1A90-49A7-B6B4-42D94531A14F}" type="pres">
      <dgm:prSet presAssocID="{610F3C14-3A3B-4869-BA8C-6D0E39F9AC81}" presName="desTx" presStyleLbl="revTx" presStyleIdx="5" presStyleCnt="8">
        <dgm:presLayoutVars/>
      </dgm:prSet>
      <dgm:spPr/>
    </dgm:pt>
    <dgm:pt modelId="{8E751B4B-8D2A-4AE2-A137-46187A12D55A}" type="pres">
      <dgm:prSet presAssocID="{8C301F59-41D9-42B9-A4F3-072344D05A62}" presName="sibTrans" presStyleCnt="0"/>
      <dgm:spPr/>
    </dgm:pt>
    <dgm:pt modelId="{EDB1B6FD-05F9-4A7C-A072-E1B430784D6F}" type="pres">
      <dgm:prSet presAssocID="{98707347-9518-489A-AEE7-D106DA995A36}" presName="compNode" presStyleCnt="0"/>
      <dgm:spPr/>
    </dgm:pt>
    <dgm:pt modelId="{B5567587-46D7-45DF-ABAE-F7F90056F8E6}" type="pres">
      <dgm:prSet presAssocID="{98707347-9518-489A-AEE7-D106DA995A3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15883CD2-2395-4BFB-AD0C-6AB5A2F44FF8}" type="pres">
      <dgm:prSet presAssocID="{98707347-9518-489A-AEE7-D106DA995A36}" presName="iconSpace" presStyleCnt="0"/>
      <dgm:spPr/>
    </dgm:pt>
    <dgm:pt modelId="{7D5F6171-883F-4660-B727-3877E3193592}" type="pres">
      <dgm:prSet presAssocID="{98707347-9518-489A-AEE7-D106DA995A36}" presName="parTx" presStyleLbl="revTx" presStyleIdx="6" presStyleCnt="8">
        <dgm:presLayoutVars>
          <dgm:chMax val="0"/>
          <dgm:chPref val="0"/>
        </dgm:presLayoutVars>
      </dgm:prSet>
      <dgm:spPr/>
    </dgm:pt>
    <dgm:pt modelId="{8253AD98-A651-4A63-9786-FCC12D49BD25}" type="pres">
      <dgm:prSet presAssocID="{98707347-9518-489A-AEE7-D106DA995A36}" presName="txSpace" presStyleCnt="0"/>
      <dgm:spPr/>
    </dgm:pt>
    <dgm:pt modelId="{AF0F9BD8-74AF-40FA-AB62-81CCE2C9B86A}" type="pres">
      <dgm:prSet presAssocID="{98707347-9518-489A-AEE7-D106DA995A36}" presName="desTx" presStyleLbl="revTx" presStyleIdx="7" presStyleCnt="8">
        <dgm:presLayoutVars/>
      </dgm:prSet>
      <dgm:spPr/>
    </dgm:pt>
  </dgm:ptLst>
  <dgm:cxnLst>
    <dgm:cxn modelId="{1D641006-93C5-4D11-A7C9-F448927DBF9B}" type="presOf" srcId="{9C9D4088-BF9A-434E-9D92-D38431730219}" destId="{B453256E-0CC6-4A2F-B32E-2C922B003D8C}" srcOrd="0" destOrd="0" presId="urn:microsoft.com/office/officeart/2018/2/layout/IconLabelDescriptionList"/>
    <dgm:cxn modelId="{0CBE450E-91EE-48AB-9634-AE166F7090D2}" type="presOf" srcId="{610F3C14-3A3B-4869-BA8C-6D0E39F9AC81}" destId="{6CCF8FAF-032F-46FE-970B-9123A245BDA6}" srcOrd="0" destOrd="0" presId="urn:microsoft.com/office/officeart/2018/2/layout/IconLabelDescriptionList"/>
    <dgm:cxn modelId="{38694813-A9D6-49AF-ABA2-094316B9D871}" srcId="{2A2FE95C-8155-44DC-A9FD-7E3C5E637EFF}" destId="{371605D6-02B6-462F-B945-A207834ABC46}" srcOrd="1" destOrd="0" parTransId="{7C8B95CB-BA28-4BEF-B476-49EDB769216E}" sibTransId="{0F5C3C6D-3E00-482D-9ACB-D3CEFE39338A}"/>
    <dgm:cxn modelId="{675F2F18-B281-408A-B1D7-F67AAF6DA4F1}" srcId="{2A2FE95C-8155-44DC-A9FD-7E3C5E637EFF}" destId="{A04669F2-6F33-4858-AEE8-6493570B3843}" srcOrd="3" destOrd="0" parTransId="{03A82C1D-2CAD-4B00-89DE-87FBD15D49D7}" sibTransId="{E2779C42-3BE5-46D3-8374-6688588A2860}"/>
    <dgm:cxn modelId="{E4E85C21-F1EA-465F-B731-29A2E717EE5A}" srcId="{9C9D4088-BF9A-434E-9D92-D38431730219}" destId="{466CD86F-4B70-4B31-BA47-5BF603248607}" srcOrd="0" destOrd="0" parTransId="{175B1773-E01A-4C09-BE50-3919A8674E04}" sibTransId="{EFBBBC7C-E2F5-4B9D-A100-43DD1A4E41D0}"/>
    <dgm:cxn modelId="{ECD38728-4B72-4145-B567-17E7429C5C26}" srcId="{98707347-9518-489A-AEE7-D106DA995A36}" destId="{0C448201-8EF2-4634-9544-CBCAD73CDD5F}" srcOrd="0" destOrd="0" parTransId="{8650E7BA-49D7-4867-9C13-CA17EB582ED0}" sibTransId="{559AD076-4C89-43F4-B271-AB59EF1DB90B}"/>
    <dgm:cxn modelId="{FCA5792B-8D32-48F2-8B55-64C222ECB627}" srcId="{ECD4C6FA-E165-4D36-BC36-326F17D2E77B}" destId="{610F3C14-3A3B-4869-BA8C-6D0E39F9AC81}" srcOrd="2" destOrd="0" parTransId="{7119C72F-2C75-4786-AC13-966F498180CA}" sibTransId="{8C301F59-41D9-42B9-A4F3-072344D05A62}"/>
    <dgm:cxn modelId="{2148F834-C238-4BAB-98E1-C2A9852EF3F0}" srcId="{ECD4C6FA-E165-4D36-BC36-326F17D2E77B}" destId="{2A2FE95C-8155-44DC-A9FD-7E3C5E637EFF}" srcOrd="1" destOrd="0" parTransId="{85CB5271-C290-4404-8862-CD7458444030}" sibTransId="{FE0DE99B-985B-43AE-A957-394589726DB6}"/>
    <dgm:cxn modelId="{3175FA3B-5F02-440B-9379-EFB69D2D17E5}" srcId="{98707347-9518-489A-AEE7-D106DA995A36}" destId="{CAD184AB-EB10-4C86-B1AC-478100A8D5CF}" srcOrd="1" destOrd="0" parTransId="{FC60F431-3EA1-46F4-9F6F-450EB9D195D2}" sibTransId="{E4614C47-35F0-4507-A126-86BB0C85C933}"/>
    <dgm:cxn modelId="{516C243F-6100-4CEE-A7B3-E1AAFC9CD5C3}" type="presOf" srcId="{61CAC8F9-14FA-414E-A331-EDF239F443C9}" destId="{172585A6-1A90-49A7-B6B4-42D94531A14F}" srcOrd="0" destOrd="0" presId="urn:microsoft.com/office/officeart/2018/2/layout/IconLabelDescriptionList"/>
    <dgm:cxn modelId="{A993D861-FB25-458F-BF1E-1D946EEAFB29}" type="presOf" srcId="{CAD184AB-EB10-4C86-B1AC-478100A8D5CF}" destId="{AF0F9BD8-74AF-40FA-AB62-81CCE2C9B86A}" srcOrd="0" destOrd="1" presId="urn:microsoft.com/office/officeart/2018/2/layout/IconLabelDescriptionList"/>
    <dgm:cxn modelId="{D0F3D163-3C89-407F-BC7C-7E1824965EAA}" srcId="{ECD4C6FA-E165-4D36-BC36-326F17D2E77B}" destId="{98707347-9518-489A-AEE7-D106DA995A36}" srcOrd="3" destOrd="0" parTransId="{6DEC257A-5767-4379-961F-F2E0888921CA}" sibTransId="{066ACED7-F600-4469-9178-7B2871DE182E}"/>
    <dgm:cxn modelId="{8887DD44-AFF1-4012-9B3C-3BE9C28879C7}" srcId="{ECD4C6FA-E165-4D36-BC36-326F17D2E77B}" destId="{9C9D4088-BF9A-434E-9D92-D38431730219}" srcOrd="0" destOrd="0" parTransId="{600F10F8-0E1E-439F-8D60-D5DC34A57FA7}" sibTransId="{8DBD0FD8-53E9-438F-AC66-DE841AF079AF}"/>
    <dgm:cxn modelId="{71483C49-8F95-4DCE-A3ED-E6E04768A999}" type="presOf" srcId="{0C448201-8EF2-4634-9544-CBCAD73CDD5F}" destId="{AF0F9BD8-74AF-40FA-AB62-81CCE2C9B86A}" srcOrd="0" destOrd="0" presId="urn:microsoft.com/office/officeart/2018/2/layout/IconLabelDescriptionList"/>
    <dgm:cxn modelId="{46F7C16D-48A3-40B5-BAF9-A3739F1444B8}" srcId="{610F3C14-3A3B-4869-BA8C-6D0E39F9AC81}" destId="{61CAC8F9-14FA-414E-A331-EDF239F443C9}" srcOrd="0" destOrd="0" parTransId="{4ACF8401-AC03-47F2-9EDC-2E10A49896E7}" sibTransId="{8012D07C-9454-450E-B45C-5F5AC2EAD402}"/>
    <dgm:cxn modelId="{317E3150-6D70-4378-9F72-64C65E19D0FD}" type="presOf" srcId="{2A2FE95C-8155-44DC-A9FD-7E3C5E637EFF}" destId="{C01731C1-D559-4D28-9ACA-BD5477EFF4FC}" srcOrd="0" destOrd="0" presId="urn:microsoft.com/office/officeart/2018/2/layout/IconLabelDescriptionList"/>
    <dgm:cxn modelId="{B8976852-7BE9-45CB-A472-F825957D3550}" srcId="{610F3C14-3A3B-4869-BA8C-6D0E39F9AC81}" destId="{56832B06-5080-4E8B-9B5E-41C847DD7FEE}" srcOrd="1" destOrd="0" parTransId="{7E30D571-8D1D-454D-A1A0-EFC1808F6BC7}" sibTransId="{A3028812-C0D2-454B-AC19-6BD58BDA7086}"/>
    <dgm:cxn modelId="{F65F9E74-850E-4254-9E07-9F7888EF32A8}" type="presOf" srcId="{9F9CFDCE-839D-44AD-84B1-B8E6023AF785}" destId="{0762A50F-7AAE-4778-8F5C-884D688F5261}" srcOrd="0" destOrd="2" presId="urn:microsoft.com/office/officeart/2018/2/layout/IconLabelDescriptionList"/>
    <dgm:cxn modelId="{65FA3E79-4719-4F16-ABBA-FCE58521659A}" type="presOf" srcId="{ECD4C6FA-E165-4D36-BC36-326F17D2E77B}" destId="{D020651A-79F3-4832-A14E-60D19D027405}" srcOrd="0" destOrd="0" presId="urn:microsoft.com/office/officeart/2018/2/layout/IconLabelDescriptionList"/>
    <dgm:cxn modelId="{13636B80-B944-4284-8734-E72865BA073B}" type="presOf" srcId="{98707347-9518-489A-AEE7-D106DA995A36}" destId="{7D5F6171-883F-4660-B727-3877E3193592}" srcOrd="0" destOrd="0" presId="urn:microsoft.com/office/officeart/2018/2/layout/IconLabelDescriptionList"/>
    <dgm:cxn modelId="{FC13218F-4098-43BB-81F0-0FBF454CD800}" srcId="{9C9D4088-BF9A-434E-9D92-D38431730219}" destId="{9F9CFDCE-839D-44AD-84B1-B8E6023AF785}" srcOrd="2" destOrd="0" parTransId="{5039C39E-3A9C-4383-9F7B-BD8B86851D20}" sibTransId="{79D106D3-DC07-4583-9F3F-71BAF13ABA17}"/>
    <dgm:cxn modelId="{8B5A2598-A074-4D42-A6C6-B3FD6C33F608}" srcId="{2A2FE95C-8155-44DC-A9FD-7E3C5E637EFF}" destId="{B70261EC-BFC6-42E0-A94A-6F3320DCACE4}" srcOrd="2" destOrd="0" parTransId="{2C8B3023-39AC-484A-8612-1AE9AAA9F65F}" sibTransId="{FC437028-7FF4-4F46-84F6-019E6A6D5A99}"/>
    <dgm:cxn modelId="{BF7EF89F-651E-4393-9656-640AF355EFC8}" type="presOf" srcId="{56832B06-5080-4E8B-9B5E-41C847DD7FEE}" destId="{172585A6-1A90-49A7-B6B4-42D94531A14F}" srcOrd="0" destOrd="1" presId="urn:microsoft.com/office/officeart/2018/2/layout/IconLabelDescriptionList"/>
    <dgm:cxn modelId="{6977C6B2-4571-4B05-A194-C7701859D87C}" type="presOf" srcId="{657C6318-9100-4637-899B-806CC75CC07C}" destId="{0D8CECEC-89D9-482C-8EE2-B9A7D17A257C}" srcOrd="0" destOrd="0" presId="urn:microsoft.com/office/officeart/2018/2/layout/IconLabelDescriptionList"/>
    <dgm:cxn modelId="{7D78AFB9-309C-41CF-9627-0408AFF9F5F0}" srcId="{2A2FE95C-8155-44DC-A9FD-7E3C5E637EFF}" destId="{657C6318-9100-4637-899B-806CC75CC07C}" srcOrd="0" destOrd="0" parTransId="{DDE51A4B-3A3E-4731-B399-4D11D814E090}" sibTransId="{0BB27A75-6155-4EDB-B337-8A4684F72C3A}"/>
    <dgm:cxn modelId="{93BFE6CA-7722-40E6-9B75-0E75BC3C7354}" type="presOf" srcId="{A04669F2-6F33-4858-AEE8-6493570B3843}" destId="{0D8CECEC-89D9-482C-8EE2-B9A7D17A257C}" srcOrd="0" destOrd="3" presId="urn:microsoft.com/office/officeart/2018/2/layout/IconLabelDescriptionList"/>
    <dgm:cxn modelId="{D9CA38CE-770F-43D9-933C-BAA99A0505A0}" type="presOf" srcId="{B70261EC-BFC6-42E0-A94A-6F3320DCACE4}" destId="{0D8CECEC-89D9-482C-8EE2-B9A7D17A257C}" srcOrd="0" destOrd="2" presId="urn:microsoft.com/office/officeart/2018/2/layout/IconLabelDescriptionList"/>
    <dgm:cxn modelId="{3CACADD6-FCD3-4024-9E36-140BF2065255}" srcId="{9C9D4088-BF9A-434E-9D92-D38431730219}" destId="{7E6768B9-494C-4F97-A09E-2627DBE18E49}" srcOrd="3" destOrd="0" parTransId="{201985E9-02E3-4D84-BE93-0DAD0B49B9FD}" sibTransId="{B419720C-2A3C-4B19-A8D1-83A375AD09C6}"/>
    <dgm:cxn modelId="{A4AD76DB-CCDF-4827-AD02-836E3176EDCE}" type="presOf" srcId="{7E6768B9-494C-4F97-A09E-2627DBE18E49}" destId="{0762A50F-7AAE-4778-8F5C-884D688F5261}" srcOrd="0" destOrd="3" presId="urn:microsoft.com/office/officeart/2018/2/layout/IconLabelDescriptionList"/>
    <dgm:cxn modelId="{0302C7DE-3562-450D-88C1-E7169EC1646E}" type="presOf" srcId="{466CD86F-4B70-4B31-BA47-5BF603248607}" destId="{0762A50F-7AAE-4778-8F5C-884D688F5261}" srcOrd="0" destOrd="0" presId="urn:microsoft.com/office/officeart/2018/2/layout/IconLabelDescriptionList"/>
    <dgm:cxn modelId="{25BF5DDF-B31F-4511-AD66-A2F92C07DCDC}" srcId="{9C9D4088-BF9A-434E-9D92-D38431730219}" destId="{039CA074-1866-4664-88CE-75DE12CDB18D}" srcOrd="1" destOrd="0" parTransId="{94EA79F8-3124-4E34-B3FF-AB74E3442DF3}" sibTransId="{FCC4A5F9-49AD-4543-8F80-191168ED6497}"/>
    <dgm:cxn modelId="{150C21E7-7AE6-4E60-BBF1-9E536BDF4DE4}" type="presOf" srcId="{039CA074-1866-4664-88CE-75DE12CDB18D}" destId="{0762A50F-7AAE-4778-8F5C-884D688F5261}" srcOrd="0" destOrd="1" presId="urn:microsoft.com/office/officeart/2018/2/layout/IconLabelDescriptionList"/>
    <dgm:cxn modelId="{B9AD35FA-E492-4201-A689-D2A111989983}" type="presOf" srcId="{371605D6-02B6-462F-B945-A207834ABC46}" destId="{0D8CECEC-89D9-482C-8EE2-B9A7D17A257C}" srcOrd="0" destOrd="1" presId="urn:microsoft.com/office/officeart/2018/2/layout/IconLabelDescriptionList"/>
    <dgm:cxn modelId="{300CD7B3-97B9-45F5-BF79-618F16244282}" type="presParOf" srcId="{D020651A-79F3-4832-A14E-60D19D027405}" destId="{586AD42C-B3DE-4A78-8CD4-0B3CADF16F22}" srcOrd="0" destOrd="0" presId="urn:microsoft.com/office/officeart/2018/2/layout/IconLabelDescriptionList"/>
    <dgm:cxn modelId="{5F493962-F8B5-4D3A-B82D-50D16BDBB716}" type="presParOf" srcId="{586AD42C-B3DE-4A78-8CD4-0B3CADF16F22}" destId="{2E0BEBE2-2344-4B6D-9649-F93901E9B6AC}" srcOrd="0" destOrd="0" presId="urn:microsoft.com/office/officeart/2018/2/layout/IconLabelDescriptionList"/>
    <dgm:cxn modelId="{1437E858-451F-4612-B510-8FA505C4F414}" type="presParOf" srcId="{586AD42C-B3DE-4A78-8CD4-0B3CADF16F22}" destId="{9A371C11-00F3-495E-8BBD-B0A2ABF2A4E0}" srcOrd="1" destOrd="0" presId="urn:microsoft.com/office/officeart/2018/2/layout/IconLabelDescriptionList"/>
    <dgm:cxn modelId="{71869434-76E3-4036-9DC2-2829042DA222}" type="presParOf" srcId="{586AD42C-B3DE-4A78-8CD4-0B3CADF16F22}" destId="{B453256E-0CC6-4A2F-B32E-2C922B003D8C}" srcOrd="2" destOrd="0" presId="urn:microsoft.com/office/officeart/2018/2/layout/IconLabelDescriptionList"/>
    <dgm:cxn modelId="{5DE161B6-0289-4FD0-8D0E-E9D8A346BD6A}" type="presParOf" srcId="{586AD42C-B3DE-4A78-8CD4-0B3CADF16F22}" destId="{712C3687-D995-42F2-BBC2-6976AFB10A4C}" srcOrd="3" destOrd="0" presId="urn:microsoft.com/office/officeart/2018/2/layout/IconLabelDescriptionList"/>
    <dgm:cxn modelId="{CF67AE6F-AE6C-448A-A790-334DBE75EF97}" type="presParOf" srcId="{586AD42C-B3DE-4A78-8CD4-0B3CADF16F22}" destId="{0762A50F-7AAE-4778-8F5C-884D688F5261}" srcOrd="4" destOrd="0" presId="urn:microsoft.com/office/officeart/2018/2/layout/IconLabelDescriptionList"/>
    <dgm:cxn modelId="{3CB69DAD-716C-4A40-8342-1A77F032B030}" type="presParOf" srcId="{D020651A-79F3-4832-A14E-60D19D027405}" destId="{7707ACB3-10C5-4470-AD40-8418DB7255DD}" srcOrd="1" destOrd="0" presId="urn:microsoft.com/office/officeart/2018/2/layout/IconLabelDescriptionList"/>
    <dgm:cxn modelId="{CF637E2A-7972-4956-AD2C-1912170EA936}" type="presParOf" srcId="{D020651A-79F3-4832-A14E-60D19D027405}" destId="{EC2E5AC2-A67D-4D0B-B425-BB3E2B185628}" srcOrd="2" destOrd="0" presId="urn:microsoft.com/office/officeart/2018/2/layout/IconLabelDescriptionList"/>
    <dgm:cxn modelId="{CEA99E57-7404-4CBB-B7B1-2511EC5E1330}" type="presParOf" srcId="{EC2E5AC2-A67D-4D0B-B425-BB3E2B185628}" destId="{BF1488F6-A5F4-4C5B-872E-1FF520C18E3C}" srcOrd="0" destOrd="0" presId="urn:microsoft.com/office/officeart/2018/2/layout/IconLabelDescriptionList"/>
    <dgm:cxn modelId="{E400A3D8-C7B7-42FC-BD58-09D16F3B99C0}" type="presParOf" srcId="{EC2E5AC2-A67D-4D0B-B425-BB3E2B185628}" destId="{4A69603F-9824-49AA-B823-4139E351B069}" srcOrd="1" destOrd="0" presId="urn:microsoft.com/office/officeart/2018/2/layout/IconLabelDescriptionList"/>
    <dgm:cxn modelId="{B14E5CC6-A5F9-4F99-A86F-B64754394226}" type="presParOf" srcId="{EC2E5AC2-A67D-4D0B-B425-BB3E2B185628}" destId="{C01731C1-D559-4D28-9ACA-BD5477EFF4FC}" srcOrd="2" destOrd="0" presId="urn:microsoft.com/office/officeart/2018/2/layout/IconLabelDescriptionList"/>
    <dgm:cxn modelId="{A9893CEF-A2EE-4901-981B-CE06E02296E2}" type="presParOf" srcId="{EC2E5AC2-A67D-4D0B-B425-BB3E2B185628}" destId="{065FD09D-F939-4179-8F86-04C5E02C634E}" srcOrd="3" destOrd="0" presId="urn:microsoft.com/office/officeart/2018/2/layout/IconLabelDescriptionList"/>
    <dgm:cxn modelId="{6D65AF1C-6796-4F9E-8DA6-563B7113556D}" type="presParOf" srcId="{EC2E5AC2-A67D-4D0B-B425-BB3E2B185628}" destId="{0D8CECEC-89D9-482C-8EE2-B9A7D17A257C}" srcOrd="4" destOrd="0" presId="urn:microsoft.com/office/officeart/2018/2/layout/IconLabelDescriptionList"/>
    <dgm:cxn modelId="{548714F5-881D-49D0-9BF0-3B25499AFE69}" type="presParOf" srcId="{D020651A-79F3-4832-A14E-60D19D027405}" destId="{0482F6D3-D8A5-4CC2-AD84-DB1B17A60A3E}" srcOrd="3" destOrd="0" presId="urn:microsoft.com/office/officeart/2018/2/layout/IconLabelDescriptionList"/>
    <dgm:cxn modelId="{D78F7D21-18D5-456E-9FAC-628FDB686915}" type="presParOf" srcId="{D020651A-79F3-4832-A14E-60D19D027405}" destId="{32100901-E621-42FC-8C3D-9417E8D92C96}" srcOrd="4" destOrd="0" presId="urn:microsoft.com/office/officeart/2018/2/layout/IconLabelDescriptionList"/>
    <dgm:cxn modelId="{C113C457-FA60-424E-A1E5-FAA5F87AC9C2}" type="presParOf" srcId="{32100901-E621-42FC-8C3D-9417E8D92C96}" destId="{B322A6BD-493D-4151-820E-122FCF199DC0}" srcOrd="0" destOrd="0" presId="urn:microsoft.com/office/officeart/2018/2/layout/IconLabelDescriptionList"/>
    <dgm:cxn modelId="{5DB719B8-8119-4725-AB9C-D81DBCD9C1AD}" type="presParOf" srcId="{32100901-E621-42FC-8C3D-9417E8D92C96}" destId="{78293132-EE11-4E53-8BA9-B5959563C6DD}" srcOrd="1" destOrd="0" presId="urn:microsoft.com/office/officeart/2018/2/layout/IconLabelDescriptionList"/>
    <dgm:cxn modelId="{5C43FD5F-A833-466F-991D-39DA83233146}" type="presParOf" srcId="{32100901-E621-42FC-8C3D-9417E8D92C96}" destId="{6CCF8FAF-032F-46FE-970B-9123A245BDA6}" srcOrd="2" destOrd="0" presId="urn:microsoft.com/office/officeart/2018/2/layout/IconLabelDescriptionList"/>
    <dgm:cxn modelId="{70598EAC-ABD7-4CB1-B6D1-68824FEA7DAA}" type="presParOf" srcId="{32100901-E621-42FC-8C3D-9417E8D92C96}" destId="{BC397B00-D903-4524-9083-83122D11C91B}" srcOrd="3" destOrd="0" presId="urn:microsoft.com/office/officeart/2018/2/layout/IconLabelDescriptionList"/>
    <dgm:cxn modelId="{12896510-BB06-4E01-B807-CCF8E15B5BC6}" type="presParOf" srcId="{32100901-E621-42FC-8C3D-9417E8D92C96}" destId="{172585A6-1A90-49A7-B6B4-42D94531A14F}" srcOrd="4" destOrd="0" presId="urn:microsoft.com/office/officeart/2018/2/layout/IconLabelDescriptionList"/>
    <dgm:cxn modelId="{193C31ED-8B7E-480A-93C8-A3FC8F1F4FE8}" type="presParOf" srcId="{D020651A-79F3-4832-A14E-60D19D027405}" destId="{8E751B4B-8D2A-4AE2-A137-46187A12D55A}" srcOrd="5" destOrd="0" presId="urn:microsoft.com/office/officeart/2018/2/layout/IconLabelDescriptionList"/>
    <dgm:cxn modelId="{73472865-4145-42A2-B925-94A4F4E6F4F7}" type="presParOf" srcId="{D020651A-79F3-4832-A14E-60D19D027405}" destId="{EDB1B6FD-05F9-4A7C-A072-E1B430784D6F}" srcOrd="6" destOrd="0" presId="urn:microsoft.com/office/officeart/2018/2/layout/IconLabelDescriptionList"/>
    <dgm:cxn modelId="{F68631E6-02CF-4E68-98E7-B4E283DF30F5}" type="presParOf" srcId="{EDB1B6FD-05F9-4A7C-A072-E1B430784D6F}" destId="{B5567587-46D7-45DF-ABAE-F7F90056F8E6}" srcOrd="0" destOrd="0" presId="urn:microsoft.com/office/officeart/2018/2/layout/IconLabelDescriptionList"/>
    <dgm:cxn modelId="{70857392-3615-43B7-819E-527E8F83C75A}" type="presParOf" srcId="{EDB1B6FD-05F9-4A7C-A072-E1B430784D6F}" destId="{15883CD2-2395-4BFB-AD0C-6AB5A2F44FF8}" srcOrd="1" destOrd="0" presId="urn:microsoft.com/office/officeart/2018/2/layout/IconLabelDescriptionList"/>
    <dgm:cxn modelId="{2B614B3D-14D9-4799-A736-CBB12578AB37}" type="presParOf" srcId="{EDB1B6FD-05F9-4A7C-A072-E1B430784D6F}" destId="{7D5F6171-883F-4660-B727-3877E3193592}" srcOrd="2" destOrd="0" presId="urn:microsoft.com/office/officeart/2018/2/layout/IconLabelDescriptionList"/>
    <dgm:cxn modelId="{3251E0E5-B971-4695-97B4-97D51353AE04}" type="presParOf" srcId="{EDB1B6FD-05F9-4A7C-A072-E1B430784D6F}" destId="{8253AD98-A651-4A63-9786-FCC12D49BD25}" srcOrd="3" destOrd="0" presId="urn:microsoft.com/office/officeart/2018/2/layout/IconLabelDescriptionList"/>
    <dgm:cxn modelId="{E90DD255-E056-49DB-9DFB-F02AF0F42F71}" type="presParOf" srcId="{EDB1B6FD-05F9-4A7C-A072-E1B430784D6F}" destId="{AF0F9BD8-74AF-40FA-AB62-81CCE2C9B86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060B30-CB9E-46A9-8ADC-B16018DB474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65A9E6-6763-4855-BF38-0B22F9F675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Transformer input/output data and feed output are stream of documents where each document consist of named fields</a:t>
          </a:r>
        </a:p>
      </dgm:t>
    </dgm:pt>
    <dgm:pt modelId="{6073AAEA-D793-429F-922A-2ADCECBC133B}" type="parTrans" cxnId="{AFA9EF52-D6A6-4D95-8EF9-92608744814A}">
      <dgm:prSet/>
      <dgm:spPr/>
      <dgm:t>
        <a:bodyPr/>
        <a:lstStyle/>
        <a:p>
          <a:endParaRPr lang="en-US"/>
        </a:p>
      </dgm:t>
    </dgm:pt>
    <dgm:pt modelId="{6A74DC54-2E8C-473D-8097-20A9453C69AD}" type="sibTrans" cxnId="{AFA9EF52-D6A6-4D95-8EF9-92608744814A}">
      <dgm:prSet/>
      <dgm:spPr/>
      <dgm:t>
        <a:bodyPr/>
        <a:lstStyle/>
        <a:p>
          <a:endParaRPr lang="en-US"/>
        </a:p>
      </dgm:t>
    </dgm:pt>
    <dgm:pt modelId="{A5EADE06-E701-4099-A589-6026A1D746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Common field names and parameters are reserved/standardized </a:t>
          </a:r>
        </a:p>
      </dgm:t>
    </dgm:pt>
    <dgm:pt modelId="{7560EF9B-0EEE-4E35-94C9-639F67C2EB6E}" type="parTrans" cxnId="{AAC6F5B3-4682-4045-94FE-6B0A57097F06}">
      <dgm:prSet/>
      <dgm:spPr/>
      <dgm:t>
        <a:bodyPr/>
        <a:lstStyle/>
        <a:p>
          <a:endParaRPr lang="en-US"/>
        </a:p>
      </dgm:t>
    </dgm:pt>
    <dgm:pt modelId="{D405FE0B-4D59-4442-8FAF-9A8B79BD37C1}" type="sibTrans" cxnId="{AAC6F5B3-4682-4045-94FE-6B0A57097F06}">
      <dgm:prSet/>
      <dgm:spPr/>
      <dgm:t>
        <a:bodyPr/>
        <a:lstStyle/>
        <a:p>
          <a:endParaRPr lang="en-US"/>
        </a:p>
      </dgm:t>
    </dgm:pt>
    <dgm:pt modelId="{3D5E540A-9604-4AA1-ACB1-8183D8EE76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feed is described (externally) by the list of  fields it has in it output document and the list of modifiable parameters</a:t>
          </a:r>
        </a:p>
      </dgm:t>
    </dgm:pt>
    <dgm:pt modelId="{4E9D7955-CC8B-4B76-AF46-4A132BBB1152}" type="parTrans" cxnId="{14E8BACA-26C2-463F-88F8-3C452859D171}">
      <dgm:prSet/>
      <dgm:spPr/>
      <dgm:t>
        <a:bodyPr/>
        <a:lstStyle/>
        <a:p>
          <a:endParaRPr lang="en-US"/>
        </a:p>
      </dgm:t>
    </dgm:pt>
    <dgm:pt modelId="{B809728F-D388-4E2D-A92F-54E5E51BAA06}" type="sibTrans" cxnId="{14E8BACA-26C2-463F-88F8-3C452859D171}">
      <dgm:prSet/>
      <dgm:spPr/>
      <dgm:t>
        <a:bodyPr/>
        <a:lstStyle/>
        <a:p>
          <a:endParaRPr lang="en-US"/>
        </a:p>
      </dgm:t>
    </dgm:pt>
    <dgm:pt modelId="{DF219B5B-EE51-4DBB-96B0-19C8B2BC9D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parameter has name, type and mandatory default value</a:t>
          </a:r>
        </a:p>
      </dgm:t>
    </dgm:pt>
    <dgm:pt modelId="{156536EF-AD63-498D-8AC9-938913FF5381}" type="parTrans" cxnId="{EEE21AC6-26B8-4E2D-B00A-9EE3FEAB906E}">
      <dgm:prSet/>
      <dgm:spPr/>
      <dgm:t>
        <a:bodyPr/>
        <a:lstStyle/>
        <a:p>
          <a:endParaRPr lang="en-US"/>
        </a:p>
      </dgm:t>
    </dgm:pt>
    <dgm:pt modelId="{61A49E3B-7383-4E90-A5B8-176D4485883A}" type="sibTrans" cxnId="{EEE21AC6-26B8-4E2D-B00A-9EE3FEAB906E}">
      <dgm:prSet/>
      <dgm:spPr/>
      <dgm:t>
        <a:bodyPr/>
        <a:lstStyle/>
        <a:p>
          <a:endParaRPr lang="en-US"/>
        </a:p>
      </dgm:t>
    </dgm:pt>
    <dgm:pt modelId="{DE17759C-2280-466F-86CB-8259467CBB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Internal description might have additional structure</a:t>
          </a:r>
        </a:p>
      </dgm:t>
    </dgm:pt>
    <dgm:pt modelId="{A2319C84-55A8-4AF0-94D9-DEA3A39127AB}" type="parTrans" cxnId="{7AF5A978-5F2A-40A9-A9D5-60EE4C82D04B}">
      <dgm:prSet/>
      <dgm:spPr/>
      <dgm:t>
        <a:bodyPr/>
        <a:lstStyle/>
        <a:p>
          <a:endParaRPr lang="en-US"/>
        </a:p>
      </dgm:t>
    </dgm:pt>
    <dgm:pt modelId="{28364C92-398C-495B-946B-D9D8274A375A}" type="sibTrans" cxnId="{7AF5A978-5F2A-40A9-A9D5-60EE4C82D04B}">
      <dgm:prSet/>
      <dgm:spPr/>
      <dgm:t>
        <a:bodyPr/>
        <a:lstStyle/>
        <a:p>
          <a:endParaRPr lang="en-US"/>
        </a:p>
      </dgm:t>
    </dgm:pt>
    <dgm:pt modelId="{D4421B45-AD59-47D4-9D92-0A13A3C805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Common field names and parameters are reserved/standardized</a:t>
          </a:r>
        </a:p>
      </dgm:t>
    </dgm:pt>
    <dgm:pt modelId="{4DB6710A-42FC-4AD7-BAD4-D3F16B8A646E}" type="parTrans" cxnId="{B23136E9-7978-4E1B-999E-15C17203B8EF}">
      <dgm:prSet/>
      <dgm:spPr/>
      <dgm:t>
        <a:bodyPr/>
        <a:lstStyle/>
        <a:p>
          <a:endParaRPr lang="en-US"/>
        </a:p>
      </dgm:t>
    </dgm:pt>
    <dgm:pt modelId="{F287A29B-3770-4DEF-8D1A-68E3A1B02A1F}" type="sibTrans" cxnId="{B23136E9-7978-4E1B-999E-15C17203B8EF}">
      <dgm:prSet/>
      <dgm:spPr/>
      <dgm:t>
        <a:bodyPr/>
        <a:lstStyle/>
        <a:p>
          <a:endParaRPr lang="en-US"/>
        </a:p>
      </dgm:t>
    </dgm:pt>
    <dgm:pt modelId="{CCFD74BC-622C-4365-B1BA-A1EE8B40E6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Transformer is described (externally) by the list of required input document fields, the list of output document fields and the list of modifiable parameters </a:t>
          </a:r>
        </a:p>
      </dgm:t>
    </dgm:pt>
    <dgm:pt modelId="{0E2FF471-B02A-4C49-ABBC-543500963992}" type="parTrans" cxnId="{701CA970-F7E8-4E9F-9F3E-C98F42BDE648}">
      <dgm:prSet/>
      <dgm:spPr/>
      <dgm:t>
        <a:bodyPr/>
        <a:lstStyle/>
        <a:p>
          <a:endParaRPr lang="en-US"/>
        </a:p>
      </dgm:t>
    </dgm:pt>
    <dgm:pt modelId="{F4620EE8-0173-4454-AFD9-85961775B478}" type="sibTrans" cxnId="{701CA970-F7E8-4E9F-9F3E-C98F42BDE648}">
      <dgm:prSet/>
      <dgm:spPr/>
      <dgm:t>
        <a:bodyPr/>
        <a:lstStyle/>
        <a:p>
          <a:endParaRPr lang="en-US"/>
        </a:p>
      </dgm:t>
    </dgm:pt>
    <dgm:pt modelId="{550825A2-817B-4088-823C-12C7EAC400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parameter has name, type and mandatory default value</a:t>
          </a:r>
        </a:p>
      </dgm:t>
    </dgm:pt>
    <dgm:pt modelId="{F25349B6-2C56-4527-A94C-2C1B146AF2BA}" type="parTrans" cxnId="{58ADFAA1-D041-4932-9912-77CB819ECD4D}">
      <dgm:prSet/>
      <dgm:spPr/>
      <dgm:t>
        <a:bodyPr/>
        <a:lstStyle/>
        <a:p>
          <a:endParaRPr lang="en-US"/>
        </a:p>
      </dgm:t>
    </dgm:pt>
    <dgm:pt modelId="{FE2EE2C5-1D06-427D-A50E-E9E29FABAA6C}" type="sibTrans" cxnId="{58ADFAA1-D041-4932-9912-77CB819ECD4D}">
      <dgm:prSet/>
      <dgm:spPr/>
      <dgm:t>
        <a:bodyPr/>
        <a:lstStyle/>
        <a:p>
          <a:endParaRPr lang="en-US"/>
        </a:p>
      </dgm:t>
    </dgm:pt>
    <dgm:pt modelId="{1A463C43-978A-4EF2-A771-1835250D90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Internal description might have additional structure</a:t>
          </a:r>
        </a:p>
      </dgm:t>
    </dgm:pt>
    <dgm:pt modelId="{36E59591-F1F7-49B1-88A6-26F4150AEF0C}" type="parTrans" cxnId="{D9C01E51-8FAA-4F8C-B6F1-973FF4EB23B5}">
      <dgm:prSet/>
      <dgm:spPr/>
      <dgm:t>
        <a:bodyPr/>
        <a:lstStyle/>
        <a:p>
          <a:endParaRPr lang="en-US"/>
        </a:p>
      </dgm:t>
    </dgm:pt>
    <dgm:pt modelId="{FD324BCB-BCBA-4ECE-9271-10CE9A9AE760}" type="sibTrans" cxnId="{D9C01E51-8FAA-4F8C-B6F1-973FF4EB23B5}">
      <dgm:prSet/>
      <dgm:spPr/>
      <dgm:t>
        <a:bodyPr/>
        <a:lstStyle/>
        <a:p>
          <a:endParaRPr lang="en-US"/>
        </a:p>
      </dgm:t>
    </dgm:pt>
    <dgm:pt modelId="{3D58B3DF-8D44-4969-A336-A381E42476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Common field names and parameters are reserved/standardized</a:t>
          </a:r>
        </a:p>
      </dgm:t>
    </dgm:pt>
    <dgm:pt modelId="{AA83FF54-E53A-45CE-8AC3-B05EC4A07396}" type="parTrans" cxnId="{559BEA26-084A-4346-A896-B0406C891BB9}">
      <dgm:prSet/>
      <dgm:spPr/>
      <dgm:t>
        <a:bodyPr/>
        <a:lstStyle/>
        <a:p>
          <a:endParaRPr lang="en-US"/>
        </a:p>
      </dgm:t>
    </dgm:pt>
    <dgm:pt modelId="{9F379D99-FF53-4BA1-8919-EAF02CF175EC}" type="sibTrans" cxnId="{559BEA26-084A-4346-A896-B0406C891BB9}">
      <dgm:prSet/>
      <dgm:spPr/>
      <dgm:t>
        <a:bodyPr/>
        <a:lstStyle/>
        <a:p>
          <a:endParaRPr lang="en-US"/>
        </a:p>
      </dgm:t>
    </dgm:pt>
    <dgm:pt modelId="{667AEFC0-7239-4319-9E6C-F4B3482EABEA}" type="pres">
      <dgm:prSet presAssocID="{46060B30-CB9E-46A9-8ADC-B16018DB4741}" presName="root" presStyleCnt="0">
        <dgm:presLayoutVars>
          <dgm:dir/>
          <dgm:resizeHandles val="exact"/>
        </dgm:presLayoutVars>
      </dgm:prSet>
      <dgm:spPr/>
    </dgm:pt>
    <dgm:pt modelId="{8C9C3956-8B9D-44B7-8F34-37714625A514}" type="pres">
      <dgm:prSet presAssocID="{1265A9E6-6763-4855-BF38-0B22F9F675A9}" presName="compNode" presStyleCnt="0"/>
      <dgm:spPr/>
    </dgm:pt>
    <dgm:pt modelId="{93732DEF-0B31-4B1C-9088-91BC3358202F}" type="pres">
      <dgm:prSet presAssocID="{1265A9E6-6763-4855-BF38-0B22F9F675A9}" presName="bgRect" presStyleLbl="bgShp" presStyleIdx="0" presStyleCnt="3"/>
      <dgm:spPr/>
    </dgm:pt>
    <dgm:pt modelId="{CDBBF24D-8376-4905-AA2B-AE87222182DE}" type="pres">
      <dgm:prSet presAssocID="{1265A9E6-6763-4855-BF38-0B22F9F675A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5842BF2-B0A9-4002-9D68-83D5E895A084}" type="pres">
      <dgm:prSet presAssocID="{1265A9E6-6763-4855-BF38-0B22F9F675A9}" presName="spaceRect" presStyleCnt="0"/>
      <dgm:spPr/>
    </dgm:pt>
    <dgm:pt modelId="{BCDD188F-0184-4C75-A4FB-BCD1BEBE1EA6}" type="pres">
      <dgm:prSet presAssocID="{1265A9E6-6763-4855-BF38-0B22F9F675A9}" presName="parTx" presStyleLbl="revTx" presStyleIdx="0" presStyleCnt="6">
        <dgm:presLayoutVars>
          <dgm:chMax val="0"/>
          <dgm:chPref val="0"/>
        </dgm:presLayoutVars>
      </dgm:prSet>
      <dgm:spPr/>
    </dgm:pt>
    <dgm:pt modelId="{2BF35C48-C319-4D3D-9AD7-5CE4FE71415B}" type="pres">
      <dgm:prSet presAssocID="{1265A9E6-6763-4855-BF38-0B22F9F675A9}" presName="desTx" presStyleLbl="revTx" presStyleIdx="1" presStyleCnt="6">
        <dgm:presLayoutVars/>
      </dgm:prSet>
      <dgm:spPr/>
    </dgm:pt>
    <dgm:pt modelId="{A047D761-6129-4D3B-9161-76EDDE6D3AF4}" type="pres">
      <dgm:prSet presAssocID="{6A74DC54-2E8C-473D-8097-20A9453C69AD}" presName="sibTrans" presStyleCnt="0"/>
      <dgm:spPr/>
    </dgm:pt>
    <dgm:pt modelId="{F8784A66-26E5-4EA8-AF16-75C346845733}" type="pres">
      <dgm:prSet presAssocID="{3D5E540A-9604-4AA1-ACB1-8183D8EE76B7}" presName="compNode" presStyleCnt="0"/>
      <dgm:spPr/>
    </dgm:pt>
    <dgm:pt modelId="{40C9CBFB-7B0B-45CC-9E71-35427F76CCF7}" type="pres">
      <dgm:prSet presAssocID="{3D5E540A-9604-4AA1-ACB1-8183D8EE76B7}" presName="bgRect" presStyleLbl="bgShp" presStyleIdx="1" presStyleCnt="3"/>
      <dgm:spPr/>
    </dgm:pt>
    <dgm:pt modelId="{69E2B273-DD48-4AEE-94D5-93ACDD0263F0}" type="pres">
      <dgm:prSet presAssocID="{3D5E540A-9604-4AA1-ACB1-8183D8EE76B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oster"/>
        </a:ext>
      </dgm:extLst>
    </dgm:pt>
    <dgm:pt modelId="{BAB63D95-BB8E-4C1F-8AB2-0A5E0E12D65B}" type="pres">
      <dgm:prSet presAssocID="{3D5E540A-9604-4AA1-ACB1-8183D8EE76B7}" presName="spaceRect" presStyleCnt="0"/>
      <dgm:spPr/>
    </dgm:pt>
    <dgm:pt modelId="{12B34B41-4541-4F69-9C72-2ABB53A16CE2}" type="pres">
      <dgm:prSet presAssocID="{3D5E540A-9604-4AA1-ACB1-8183D8EE76B7}" presName="parTx" presStyleLbl="revTx" presStyleIdx="2" presStyleCnt="6">
        <dgm:presLayoutVars>
          <dgm:chMax val="0"/>
          <dgm:chPref val="0"/>
        </dgm:presLayoutVars>
      </dgm:prSet>
      <dgm:spPr/>
    </dgm:pt>
    <dgm:pt modelId="{B7F39227-44BF-490B-AEDA-8D610643BE6F}" type="pres">
      <dgm:prSet presAssocID="{3D5E540A-9604-4AA1-ACB1-8183D8EE76B7}" presName="desTx" presStyleLbl="revTx" presStyleIdx="3" presStyleCnt="6">
        <dgm:presLayoutVars/>
      </dgm:prSet>
      <dgm:spPr/>
    </dgm:pt>
    <dgm:pt modelId="{9595B54D-9B73-481D-958F-D81B7E0F7DF2}" type="pres">
      <dgm:prSet presAssocID="{B809728F-D388-4E2D-A92F-54E5E51BAA06}" presName="sibTrans" presStyleCnt="0"/>
      <dgm:spPr/>
    </dgm:pt>
    <dgm:pt modelId="{04B1819C-19AC-4124-A369-B2208E65F7A3}" type="pres">
      <dgm:prSet presAssocID="{CCFD74BC-622C-4365-B1BA-A1EE8B40E6E0}" presName="compNode" presStyleCnt="0"/>
      <dgm:spPr/>
    </dgm:pt>
    <dgm:pt modelId="{B1BD8910-2BCD-4DBA-AC77-3E77926DECCD}" type="pres">
      <dgm:prSet presAssocID="{CCFD74BC-622C-4365-B1BA-A1EE8B40E6E0}" presName="bgRect" presStyleLbl="bgShp" presStyleIdx="2" presStyleCnt="3"/>
      <dgm:spPr/>
    </dgm:pt>
    <dgm:pt modelId="{57B99AF8-D381-4E3F-9A16-54CB6FA525A4}" type="pres">
      <dgm:prSet presAssocID="{CCFD74BC-622C-4365-B1BA-A1EE8B40E6E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9896E97-ABA5-4994-BFE6-ADAE265BB0B6}" type="pres">
      <dgm:prSet presAssocID="{CCFD74BC-622C-4365-B1BA-A1EE8B40E6E0}" presName="spaceRect" presStyleCnt="0"/>
      <dgm:spPr/>
    </dgm:pt>
    <dgm:pt modelId="{6A3092B8-1F23-4695-A112-A4BEB3E64123}" type="pres">
      <dgm:prSet presAssocID="{CCFD74BC-622C-4365-B1BA-A1EE8B40E6E0}" presName="parTx" presStyleLbl="revTx" presStyleIdx="4" presStyleCnt="6">
        <dgm:presLayoutVars>
          <dgm:chMax val="0"/>
          <dgm:chPref val="0"/>
        </dgm:presLayoutVars>
      </dgm:prSet>
      <dgm:spPr/>
    </dgm:pt>
    <dgm:pt modelId="{0765A98F-66CA-41D0-96AE-3F619128256E}" type="pres">
      <dgm:prSet presAssocID="{CCFD74BC-622C-4365-B1BA-A1EE8B40E6E0}" presName="desTx" presStyleLbl="revTx" presStyleIdx="5" presStyleCnt="6">
        <dgm:presLayoutVars/>
      </dgm:prSet>
      <dgm:spPr/>
    </dgm:pt>
  </dgm:ptLst>
  <dgm:cxnLst>
    <dgm:cxn modelId="{C8F45A12-3B01-406E-B95A-80132347FDD5}" type="presOf" srcId="{1265A9E6-6763-4855-BF38-0B22F9F675A9}" destId="{BCDD188F-0184-4C75-A4FB-BCD1BEBE1EA6}" srcOrd="0" destOrd="0" presId="urn:microsoft.com/office/officeart/2018/2/layout/IconVerticalSolidList"/>
    <dgm:cxn modelId="{559BEA26-084A-4346-A896-B0406C891BB9}" srcId="{CCFD74BC-622C-4365-B1BA-A1EE8B40E6E0}" destId="{3D58B3DF-8D44-4969-A336-A381E42476D3}" srcOrd="2" destOrd="0" parTransId="{AA83FF54-E53A-45CE-8AC3-B05EC4A07396}" sibTransId="{9F379D99-FF53-4BA1-8919-EAF02CF175EC}"/>
    <dgm:cxn modelId="{9A91D027-923E-425E-8A93-1314C8FCC950}" type="presOf" srcId="{A5EADE06-E701-4099-A589-6026A1D746FE}" destId="{2BF35C48-C319-4D3D-9AD7-5CE4FE71415B}" srcOrd="0" destOrd="0" presId="urn:microsoft.com/office/officeart/2018/2/layout/IconVerticalSolidList"/>
    <dgm:cxn modelId="{76D03F39-959B-431E-B55D-BEDA97D5F541}" type="presOf" srcId="{CCFD74BC-622C-4365-B1BA-A1EE8B40E6E0}" destId="{6A3092B8-1F23-4695-A112-A4BEB3E64123}" srcOrd="0" destOrd="0" presId="urn:microsoft.com/office/officeart/2018/2/layout/IconVerticalSolidList"/>
    <dgm:cxn modelId="{57A2E23D-859B-4A68-B491-0A5F35882A1B}" type="presOf" srcId="{550825A2-817B-4088-823C-12C7EAC400DE}" destId="{0765A98F-66CA-41D0-96AE-3F619128256E}" srcOrd="0" destOrd="0" presId="urn:microsoft.com/office/officeart/2018/2/layout/IconVerticalSolidList"/>
    <dgm:cxn modelId="{82E7D06F-F809-4004-AD3E-3A5265E17B44}" type="presOf" srcId="{46060B30-CB9E-46A9-8ADC-B16018DB4741}" destId="{667AEFC0-7239-4319-9E6C-F4B3482EABEA}" srcOrd="0" destOrd="0" presId="urn:microsoft.com/office/officeart/2018/2/layout/IconVerticalSolidList"/>
    <dgm:cxn modelId="{701CA970-F7E8-4E9F-9F3E-C98F42BDE648}" srcId="{46060B30-CB9E-46A9-8ADC-B16018DB4741}" destId="{CCFD74BC-622C-4365-B1BA-A1EE8B40E6E0}" srcOrd="2" destOrd="0" parTransId="{0E2FF471-B02A-4C49-ABBC-543500963992}" sibTransId="{F4620EE8-0173-4454-AFD9-85961775B478}"/>
    <dgm:cxn modelId="{D9C01E51-8FAA-4F8C-B6F1-973FF4EB23B5}" srcId="{CCFD74BC-622C-4365-B1BA-A1EE8B40E6E0}" destId="{1A463C43-978A-4EF2-A771-1835250D90E1}" srcOrd="1" destOrd="0" parTransId="{36E59591-F1F7-49B1-88A6-26F4150AEF0C}" sibTransId="{FD324BCB-BCBA-4ECE-9271-10CE9A9AE760}"/>
    <dgm:cxn modelId="{AFA9EF52-D6A6-4D95-8EF9-92608744814A}" srcId="{46060B30-CB9E-46A9-8ADC-B16018DB4741}" destId="{1265A9E6-6763-4855-BF38-0B22F9F675A9}" srcOrd="0" destOrd="0" parTransId="{6073AAEA-D793-429F-922A-2ADCECBC133B}" sibTransId="{6A74DC54-2E8C-473D-8097-20A9453C69AD}"/>
    <dgm:cxn modelId="{7AF5A978-5F2A-40A9-A9D5-60EE4C82D04B}" srcId="{3D5E540A-9604-4AA1-ACB1-8183D8EE76B7}" destId="{DE17759C-2280-466F-86CB-8259467CBB77}" srcOrd="1" destOrd="0" parTransId="{A2319C84-55A8-4AF0-94D9-DEA3A39127AB}" sibTransId="{28364C92-398C-495B-946B-D9D8274A375A}"/>
    <dgm:cxn modelId="{C2F1488F-3030-4A8E-98FB-7BA707F071E7}" type="presOf" srcId="{3D5E540A-9604-4AA1-ACB1-8183D8EE76B7}" destId="{12B34B41-4541-4F69-9C72-2ABB53A16CE2}" srcOrd="0" destOrd="0" presId="urn:microsoft.com/office/officeart/2018/2/layout/IconVerticalSolidList"/>
    <dgm:cxn modelId="{58ADFAA1-D041-4932-9912-77CB819ECD4D}" srcId="{CCFD74BC-622C-4365-B1BA-A1EE8B40E6E0}" destId="{550825A2-817B-4088-823C-12C7EAC400DE}" srcOrd="0" destOrd="0" parTransId="{F25349B6-2C56-4527-A94C-2C1B146AF2BA}" sibTransId="{FE2EE2C5-1D06-427D-A50E-E9E29FABAA6C}"/>
    <dgm:cxn modelId="{AAC6F5B3-4682-4045-94FE-6B0A57097F06}" srcId="{1265A9E6-6763-4855-BF38-0B22F9F675A9}" destId="{A5EADE06-E701-4099-A589-6026A1D746FE}" srcOrd="0" destOrd="0" parTransId="{7560EF9B-0EEE-4E35-94C9-639F67C2EB6E}" sibTransId="{D405FE0B-4D59-4442-8FAF-9A8B79BD37C1}"/>
    <dgm:cxn modelId="{4DE077BB-C83B-4EB1-8FF2-84BD664D417E}" type="presOf" srcId="{DF219B5B-EE51-4DBB-96B0-19C8B2BC9DC9}" destId="{B7F39227-44BF-490B-AEDA-8D610643BE6F}" srcOrd="0" destOrd="0" presId="urn:microsoft.com/office/officeart/2018/2/layout/IconVerticalSolidList"/>
    <dgm:cxn modelId="{549EEEC4-A63E-416B-90C1-838C4C9B1EC8}" type="presOf" srcId="{D4421B45-AD59-47D4-9D92-0A13A3C80527}" destId="{B7F39227-44BF-490B-AEDA-8D610643BE6F}" srcOrd="0" destOrd="2" presId="urn:microsoft.com/office/officeart/2018/2/layout/IconVerticalSolidList"/>
    <dgm:cxn modelId="{EEE21AC6-26B8-4E2D-B00A-9EE3FEAB906E}" srcId="{3D5E540A-9604-4AA1-ACB1-8183D8EE76B7}" destId="{DF219B5B-EE51-4DBB-96B0-19C8B2BC9DC9}" srcOrd="0" destOrd="0" parTransId="{156536EF-AD63-498D-8AC9-938913FF5381}" sibTransId="{61A49E3B-7383-4E90-A5B8-176D4485883A}"/>
    <dgm:cxn modelId="{14E8BACA-26C2-463F-88F8-3C452859D171}" srcId="{46060B30-CB9E-46A9-8ADC-B16018DB4741}" destId="{3D5E540A-9604-4AA1-ACB1-8183D8EE76B7}" srcOrd="1" destOrd="0" parTransId="{4E9D7955-CC8B-4B76-AF46-4A132BBB1152}" sibTransId="{B809728F-D388-4E2D-A92F-54E5E51BAA06}"/>
    <dgm:cxn modelId="{893409CE-53E5-4716-BFC3-D3EA34EC4D49}" type="presOf" srcId="{1A463C43-978A-4EF2-A771-1835250D90E1}" destId="{0765A98F-66CA-41D0-96AE-3F619128256E}" srcOrd="0" destOrd="1" presId="urn:microsoft.com/office/officeart/2018/2/layout/IconVerticalSolidList"/>
    <dgm:cxn modelId="{B5A928DA-19CC-4BEB-9E1D-230E1F293052}" type="presOf" srcId="{DE17759C-2280-466F-86CB-8259467CBB77}" destId="{B7F39227-44BF-490B-AEDA-8D610643BE6F}" srcOrd="0" destOrd="1" presId="urn:microsoft.com/office/officeart/2018/2/layout/IconVerticalSolidList"/>
    <dgm:cxn modelId="{FF6D90DC-A442-4FEE-907B-04B3A61B84E5}" type="presOf" srcId="{3D58B3DF-8D44-4969-A336-A381E42476D3}" destId="{0765A98F-66CA-41D0-96AE-3F619128256E}" srcOrd="0" destOrd="2" presId="urn:microsoft.com/office/officeart/2018/2/layout/IconVerticalSolidList"/>
    <dgm:cxn modelId="{B23136E9-7978-4E1B-999E-15C17203B8EF}" srcId="{3D5E540A-9604-4AA1-ACB1-8183D8EE76B7}" destId="{D4421B45-AD59-47D4-9D92-0A13A3C80527}" srcOrd="2" destOrd="0" parTransId="{4DB6710A-42FC-4AD7-BAD4-D3F16B8A646E}" sibTransId="{F287A29B-3770-4DEF-8D1A-68E3A1B02A1F}"/>
    <dgm:cxn modelId="{CE051380-4278-4FBA-A460-FEED076101A5}" type="presParOf" srcId="{667AEFC0-7239-4319-9E6C-F4B3482EABEA}" destId="{8C9C3956-8B9D-44B7-8F34-37714625A514}" srcOrd="0" destOrd="0" presId="urn:microsoft.com/office/officeart/2018/2/layout/IconVerticalSolidList"/>
    <dgm:cxn modelId="{212A949E-AD5F-4EA6-97BC-F057C8DA0049}" type="presParOf" srcId="{8C9C3956-8B9D-44B7-8F34-37714625A514}" destId="{93732DEF-0B31-4B1C-9088-91BC3358202F}" srcOrd="0" destOrd="0" presId="urn:microsoft.com/office/officeart/2018/2/layout/IconVerticalSolidList"/>
    <dgm:cxn modelId="{ABDC655B-97C5-41B6-B532-88571EA8D5FD}" type="presParOf" srcId="{8C9C3956-8B9D-44B7-8F34-37714625A514}" destId="{CDBBF24D-8376-4905-AA2B-AE87222182DE}" srcOrd="1" destOrd="0" presId="urn:microsoft.com/office/officeart/2018/2/layout/IconVerticalSolidList"/>
    <dgm:cxn modelId="{18DD8EB4-3076-47D7-863F-B4257EB80576}" type="presParOf" srcId="{8C9C3956-8B9D-44B7-8F34-37714625A514}" destId="{65842BF2-B0A9-4002-9D68-83D5E895A084}" srcOrd="2" destOrd="0" presId="urn:microsoft.com/office/officeart/2018/2/layout/IconVerticalSolidList"/>
    <dgm:cxn modelId="{A5431D25-DDAA-44C4-A0F2-4FD12D5795E9}" type="presParOf" srcId="{8C9C3956-8B9D-44B7-8F34-37714625A514}" destId="{BCDD188F-0184-4C75-A4FB-BCD1BEBE1EA6}" srcOrd="3" destOrd="0" presId="urn:microsoft.com/office/officeart/2018/2/layout/IconVerticalSolidList"/>
    <dgm:cxn modelId="{49DF0783-9293-46FD-8534-888B7E9FB921}" type="presParOf" srcId="{8C9C3956-8B9D-44B7-8F34-37714625A514}" destId="{2BF35C48-C319-4D3D-9AD7-5CE4FE71415B}" srcOrd="4" destOrd="0" presId="urn:microsoft.com/office/officeart/2018/2/layout/IconVerticalSolidList"/>
    <dgm:cxn modelId="{5FC0D29B-8B9C-428F-A94D-9C91D7858627}" type="presParOf" srcId="{667AEFC0-7239-4319-9E6C-F4B3482EABEA}" destId="{A047D761-6129-4D3B-9161-76EDDE6D3AF4}" srcOrd="1" destOrd="0" presId="urn:microsoft.com/office/officeart/2018/2/layout/IconVerticalSolidList"/>
    <dgm:cxn modelId="{B5E524EB-825A-4CA4-A29B-177C9953AEBD}" type="presParOf" srcId="{667AEFC0-7239-4319-9E6C-F4B3482EABEA}" destId="{F8784A66-26E5-4EA8-AF16-75C346845733}" srcOrd="2" destOrd="0" presId="urn:microsoft.com/office/officeart/2018/2/layout/IconVerticalSolidList"/>
    <dgm:cxn modelId="{56AD0AE6-CEED-4508-BEE8-CADEF1FF110E}" type="presParOf" srcId="{F8784A66-26E5-4EA8-AF16-75C346845733}" destId="{40C9CBFB-7B0B-45CC-9E71-35427F76CCF7}" srcOrd="0" destOrd="0" presId="urn:microsoft.com/office/officeart/2018/2/layout/IconVerticalSolidList"/>
    <dgm:cxn modelId="{05C48AB3-404D-427C-97C3-BCC78622C1AF}" type="presParOf" srcId="{F8784A66-26E5-4EA8-AF16-75C346845733}" destId="{69E2B273-DD48-4AEE-94D5-93ACDD0263F0}" srcOrd="1" destOrd="0" presId="urn:microsoft.com/office/officeart/2018/2/layout/IconVerticalSolidList"/>
    <dgm:cxn modelId="{87FCB1A0-2D64-4DEC-9AF1-9E6B99D313BC}" type="presParOf" srcId="{F8784A66-26E5-4EA8-AF16-75C346845733}" destId="{BAB63D95-BB8E-4C1F-8AB2-0A5E0E12D65B}" srcOrd="2" destOrd="0" presId="urn:microsoft.com/office/officeart/2018/2/layout/IconVerticalSolidList"/>
    <dgm:cxn modelId="{304DC447-2D88-4DF9-9FC4-6FB7ACB3A2E0}" type="presParOf" srcId="{F8784A66-26E5-4EA8-AF16-75C346845733}" destId="{12B34B41-4541-4F69-9C72-2ABB53A16CE2}" srcOrd="3" destOrd="0" presId="urn:microsoft.com/office/officeart/2018/2/layout/IconVerticalSolidList"/>
    <dgm:cxn modelId="{07C8D0E3-45FB-43E2-A86A-DF4204400DE1}" type="presParOf" srcId="{F8784A66-26E5-4EA8-AF16-75C346845733}" destId="{B7F39227-44BF-490B-AEDA-8D610643BE6F}" srcOrd="4" destOrd="0" presId="urn:microsoft.com/office/officeart/2018/2/layout/IconVerticalSolidList"/>
    <dgm:cxn modelId="{270C5351-1128-4C37-B34E-40AB85431FD0}" type="presParOf" srcId="{667AEFC0-7239-4319-9E6C-F4B3482EABEA}" destId="{9595B54D-9B73-481D-958F-D81B7E0F7DF2}" srcOrd="3" destOrd="0" presId="urn:microsoft.com/office/officeart/2018/2/layout/IconVerticalSolidList"/>
    <dgm:cxn modelId="{5C86CEF4-1BEE-4024-879C-4609EB93C962}" type="presParOf" srcId="{667AEFC0-7239-4319-9E6C-F4B3482EABEA}" destId="{04B1819C-19AC-4124-A369-B2208E65F7A3}" srcOrd="4" destOrd="0" presId="urn:microsoft.com/office/officeart/2018/2/layout/IconVerticalSolidList"/>
    <dgm:cxn modelId="{5DE4AB7C-8F1C-4885-BB40-589DBDFE331A}" type="presParOf" srcId="{04B1819C-19AC-4124-A369-B2208E65F7A3}" destId="{B1BD8910-2BCD-4DBA-AC77-3E77926DECCD}" srcOrd="0" destOrd="0" presId="urn:microsoft.com/office/officeart/2018/2/layout/IconVerticalSolidList"/>
    <dgm:cxn modelId="{E847713B-FC45-48C1-BACA-8E8A9F665C85}" type="presParOf" srcId="{04B1819C-19AC-4124-A369-B2208E65F7A3}" destId="{57B99AF8-D381-4E3F-9A16-54CB6FA525A4}" srcOrd="1" destOrd="0" presId="urn:microsoft.com/office/officeart/2018/2/layout/IconVerticalSolidList"/>
    <dgm:cxn modelId="{6ED4244E-B693-4898-BE78-1DDCCC66A85B}" type="presParOf" srcId="{04B1819C-19AC-4124-A369-B2208E65F7A3}" destId="{E9896E97-ABA5-4994-BFE6-ADAE265BB0B6}" srcOrd="2" destOrd="0" presId="urn:microsoft.com/office/officeart/2018/2/layout/IconVerticalSolidList"/>
    <dgm:cxn modelId="{0F14700E-DF1D-4789-A335-8CA78230FBF0}" type="presParOf" srcId="{04B1819C-19AC-4124-A369-B2208E65F7A3}" destId="{6A3092B8-1F23-4695-A112-A4BEB3E64123}" srcOrd="3" destOrd="0" presId="urn:microsoft.com/office/officeart/2018/2/layout/IconVerticalSolidList"/>
    <dgm:cxn modelId="{DEA6343C-844C-4FDF-9E9F-AED93684C9F0}" type="presParOf" srcId="{04B1819C-19AC-4124-A369-B2208E65F7A3}" destId="{0765A98F-66CA-41D0-96AE-3F619128256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9E96EE-697C-4EBC-865F-383518D19C0A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76545D0-C1F4-4BA6-A6D8-D1853D236B2C}">
      <dgm:prSet/>
      <dgm:spPr/>
      <dgm:t>
        <a:bodyPr/>
        <a:lstStyle/>
        <a:p>
          <a:r>
            <a:rPr lang="en-US" dirty="0"/>
            <a:t>Select source feed</a:t>
          </a:r>
        </a:p>
      </dgm:t>
    </dgm:pt>
    <dgm:pt modelId="{ACEAB329-2A15-4B1D-901B-D12FC16CD86E}" type="parTrans" cxnId="{D4942EE3-1E81-4947-9027-9829EEE3BC76}">
      <dgm:prSet/>
      <dgm:spPr/>
      <dgm:t>
        <a:bodyPr/>
        <a:lstStyle/>
        <a:p>
          <a:endParaRPr lang="en-US"/>
        </a:p>
      </dgm:t>
    </dgm:pt>
    <dgm:pt modelId="{D60A807E-282F-4444-98E2-5F51E316E072}" type="sibTrans" cxnId="{D4942EE3-1E81-4947-9027-9829EEE3BC76}">
      <dgm:prSet/>
      <dgm:spPr/>
      <dgm:t>
        <a:bodyPr/>
        <a:lstStyle/>
        <a:p>
          <a:endParaRPr lang="en-US"/>
        </a:p>
      </dgm:t>
    </dgm:pt>
    <dgm:pt modelId="{94C0198D-DC9E-4DE5-81B5-373155AFD0C5}">
      <dgm:prSet/>
      <dgm:spPr/>
      <dgm:t>
        <a:bodyPr/>
        <a:lstStyle/>
        <a:p>
          <a:r>
            <a:rPr lang="en-US"/>
            <a:t>Select source feed from the catalogue</a:t>
          </a:r>
        </a:p>
      </dgm:t>
    </dgm:pt>
    <dgm:pt modelId="{79883E50-FAA1-4554-8FEA-A7B3496CA059}" type="parTrans" cxnId="{9E38D879-5115-4200-8513-EAB62F146B8B}">
      <dgm:prSet/>
      <dgm:spPr/>
      <dgm:t>
        <a:bodyPr/>
        <a:lstStyle/>
        <a:p>
          <a:endParaRPr lang="en-US"/>
        </a:p>
      </dgm:t>
    </dgm:pt>
    <dgm:pt modelId="{BC854E3C-E7B9-4C13-9544-CF0A02197726}" type="sibTrans" cxnId="{9E38D879-5115-4200-8513-EAB62F146B8B}">
      <dgm:prSet/>
      <dgm:spPr/>
      <dgm:t>
        <a:bodyPr/>
        <a:lstStyle/>
        <a:p>
          <a:endParaRPr lang="en-US"/>
        </a:p>
      </dgm:t>
    </dgm:pt>
    <dgm:pt modelId="{2EEADD4C-4D8C-4B8F-8D1A-933AF2E220D7}">
      <dgm:prSet/>
      <dgm:spPr/>
      <dgm:t>
        <a:bodyPr/>
        <a:lstStyle/>
        <a:p>
          <a:r>
            <a:rPr lang="en-US" dirty="0"/>
            <a:t>Add transformer</a:t>
          </a:r>
        </a:p>
      </dgm:t>
    </dgm:pt>
    <dgm:pt modelId="{DDD86FAB-48A5-417C-BD03-BD39A61CECA8}" type="parTrans" cxnId="{A8C8BA95-C2E7-4E3A-8844-46DEF97EF43F}">
      <dgm:prSet/>
      <dgm:spPr/>
      <dgm:t>
        <a:bodyPr/>
        <a:lstStyle/>
        <a:p>
          <a:endParaRPr lang="en-US"/>
        </a:p>
      </dgm:t>
    </dgm:pt>
    <dgm:pt modelId="{8EDF83FC-7552-488C-B969-5F3A70280F8D}" type="sibTrans" cxnId="{A8C8BA95-C2E7-4E3A-8844-46DEF97EF43F}">
      <dgm:prSet/>
      <dgm:spPr/>
      <dgm:t>
        <a:bodyPr/>
        <a:lstStyle/>
        <a:p>
          <a:endParaRPr lang="en-US"/>
        </a:p>
      </dgm:t>
    </dgm:pt>
    <dgm:pt modelId="{5955129A-30FC-4C8A-B80B-75A5343F0643}">
      <dgm:prSet/>
      <dgm:spPr/>
      <dgm:t>
        <a:bodyPr/>
        <a:lstStyle/>
        <a:p>
          <a:r>
            <a:rPr lang="en-US"/>
            <a:t>Optionally, add transformer from the transformer catalogue</a:t>
          </a:r>
        </a:p>
      </dgm:t>
    </dgm:pt>
    <dgm:pt modelId="{859238BD-5DF7-4395-AF5A-05AFC8FB9E09}" type="parTrans" cxnId="{F73B5BD6-2EB7-4A1F-82A4-8D527A4406AE}">
      <dgm:prSet/>
      <dgm:spPr/>
      <dgm:t>
        <a:bodyPr/>
        <a:lstStyle/>
        <a:p>
          <a:endParaRPr lang="en-US"/>
        </a:p>
      </dgm:t>
    </dgm:pt>
    <dgm:pt modelId="{E20507DC-78AC-4027-9640-3C97FA73522E}" type="sibTrans" cxnId="{F73B5BD6-2EB7-4A1F-82A4-8D527A4406AE}">
      <dgm:prSet/>
      <dgm:spPr/>
      <dgm:t>
        <a:bodyPr/>
        <a:lstStyle/>
        <a:p>
          <a:endParaRPr lang="en-US"/>
        </a:p>
      </dgm:t>
    </dgm:pt>
    <dgm:pt modelId="{7759223F-FCC2-43BB-9A46-28989F23381C}">
      <dgm:prSet/>
      <dgm:spPr/>
      <dgm:t>
        <a:bodyPr/>
        <a:lstStyle/>
        <a:p>
          <a:r>
            <a:rPr lang="en-US" dirty="0"/>
            <a:t>Change parameters</a:t>
          </a:r>
        </a:p>
      </dgm:t>
    </dgm:pt>
    <dgm:pt modelId="{C13B3AE9-AE9B-4DCB-B45B-25552442C2B9}" type="parTrans" cxnId="{40EAB6D5-9765-453F-9E78-EC1D437E4DF2}">
      <dgm:prSet/>
      <dgm:spPr/>
      <dgm:t>
        <a:bodyPr/>
        <a:lstStyle/>
        <a:p>
          <a:endParaRPr lang="en-US"/>
        </a:p>
      </dgm:t>
    </dgm:pt>
    <dgm:pt modelId="{620E1B2F-FDBF-49D8-BDB8-5175C4121795}" type="sibTrans" cxnId="{40EAB6D5-9765-453F-9E78-EC1D437E4DF2}">
      <dgm:prSet/>
      <dgm:spPr/>
      <dgm:t>
        <a:bodyPr/>
        <a:lstStyle/>
        <a:p>
          <a:endParaRPr lang="en-US"/>
        </a:p>
      </dgm:t>
    </dgm:pt>
    <dgm:pt modelId="{68725079-8D69-4C08-BFA9-863D0B5913E1}">
      <dgm:prSet/>
      <dgm:spPr/>
      <dgm:t>
        <a:bodyPr/>
        <a:lstStyle/>
        <a:p>
          <a:r>
            <a:rPr lang="en-US" dirty="0"/>
            <a:t>Change some parameters of source feed or/and transformer(optionally)</a:t>
          </a:r>
        </a:p>
      </dgm:t>
    </dgm:pt>
    <dgm:pt modelId="{8AFC1F5C-EF31-4829-B149-D0A99933BB59}" type="parTrans" cxnId="{5E5B81FF-1740-4CA5-9A16-3CB6D5BE4AD5}">
      <dgm:prSet/>
      <dgm:spPr/>
      <dgm:t>
        <a:bodyPr/>
        <a:lstStyle/>
        <a:p>
          <a:endParaRPr lang="en-US"/>
        </a:p>
      </dgm:t>
    </dgm:pt>
    <dgm:pt modelId="{D0932DAB-CDDC-4D55-A225-F3E90FEA7EE5}" type="sibTrans" cxnId="{5E5B81FF-1740-4CA5-9A16-3CB6D5BE4AD5}">
      <dgm:prSet/>
      <dgm:spPr/>
      <dgm:t>
        <a:bodyPr/>
        <a:lstStyle/>
        <a:p>
          <a:endParaRPr lang="en-US"/>
        </a:p>
      </dgm:t>
    </dgm:pt>
    <dgm:pt modelId="{F1F7FBF0-7352-456A-BC51-DCFE9E1690A3}">
      <dgm:prSet/>
      <dgm:spPr/>
      <dgm:t>
        <a:bodyPr/>
        <a:lstStyle/>
        <a:p>
          <a:r>
            <a:rPr lang="en-US" dirty="0"/>
            <a:t>Edit </a:t>
          </a:r>
          <a:r>
            <a:rPr lang="en-US" dirty="0" err="1"/>
            <a:t>i</a:t>
          </a:r>
          <a:r>
            <a:rPr lang="en-US" dirty="0"/>
            <a:t>/o mapping</a:t>
          </a:r>
        </a:p>
      </dgm:t>
    </dgm:pt>
    <dgm:pt modelId="{1C0D020B-95DF-48AB-B172-7E844EFFDDFA}" type="parTrans" cxnId="{A3260898-4F7C-4C1F-A848-0653FD47533A}">
      <dgm:prSet/>
      <dgm:spPr/>
      <dgm:t>
        <a:bodyPr/>
        <a:lstStyle/>
        <a:p>
          <a:endParaRPr lang="en-US"/>
        </a:p>
      </dgm:t>
    </dgm:pt>
    <dgm:pt modelId="{A1DECAE0-A6C0-4E30-A3ED-44161E02F83F}" type="sibTrans" cxnId="{A3260898-4F7C-4C1F-A848-0653FD47533A}">
      <dgm:prSet/>
      <dgm:spPr/>
      <dgm:t>
        <a:bodyPr/>
        <a:lstStyle/>
        <a:p>
          <a:endParaRPr lang="en-US"/>
        </a:p>
      </dgm:t>
    </dgm:pt>
    <dgm:pt modelId="{A08E6994-D468-4323-8EAB-BADDA42FED15}">
      <dgm:prSet/>
      <dgm:spPr/>
      <dgm:t>
        <a:bodyPr/>
        <a:lstStyle/>
        <a:p>
          <a:r>
            <a:rPr lang="en-US"/>
            <a:t>Edit default mapping from source feed output fields to transformer input placeholders</a:t>
          </a:r>
        </a:p>
      </dgm:t>
    </dgm:pt>
    <dgm:pt modelId="{EED8EA81-E014-45D8-A609-EEC97E944E2E}" type="parTrans" cxnId="{055B89C8-7F05-408D-BC17-628092219894}">
      <dgm:prSet/>
      <dgm:spPr/>
      <dgm:t>
        <a:bodyPr/>
        <a:lstStyle/>
        <a:p>
          <a:endParaRPr lang="en-US"/>
        </a:p>
      </dgm:t>
    </dgm:pt>
    <dgm:pt modelId="{817BB765-80D7-4D5B-BEE7-E04B43445A08}" type="sibTrans" cxnId="{055B89C8-7F05-408D-BC17-628092219894}">
      <dgm:prSet/>
      <dgm:spPr/>
      <dgm:t>
        <a:bodyPr/>
        <a:lstStyle/>
        <a:p>
          <a:endParaRPr lang="en-US"/>
        </a:p>
      </dgm:t>
    </dgm:pt>
    <dgm:pt modelId="{C60117B5-6AEC-40FD-9B2F-456478545A57}">
      <dgm:prSet/>
      <dgm:spPr/>
      <dgm:t>
        <a:bodyPr/>
        <a:lstStyle/>
        <a:p>
          <a:r>
            <a:rPr lang="en-US" dirty="0"/>
            <a:t>Edit o/o mapping</a:t>
          </a:r>
        </a:p>
      </dgm:t>
    </dgm:pt>
    <dgm:pt modelId="{40ECEC02-79FC-4425-84B9-7DF5B458E79B}" type="parTrans" cxnId="{686AFC05-F627-4A2D-99F5-ED5F861E35F2}">
      <dgm:prSet/>
      <dgm:spPr/>
      <dgm:t>
        <a:bodyPr/>
        <a:lstStyle/>
        <a:p>
          <a:endParaRPr lang="en-US"/>
        </a:p>
      </dgm:t>
    </dgm:pt>
    <dgm:pt modelId="{45702C44-042A-423B-8A08-271B85DD10BC}" type="sibTrans" cxnId="{686AFC05-F627-4A2D-99F5-ED5F861E35F2}">
      <dgm:prSet/>
      <dgm:spPr/>
      <dgm:t>
        <a:bodyPr/>
        <a:lstStyle/>
        <a:p>
          <a:endParaRPr lang="en-US"/>
        </a:p>
      </dgm:t>
    </dgm:pt>
    <dgm:pt modelId="{613AD7E3-6FD8-4C6F-9A00-76EB0BBA46B5}">
      <dgm:prSet/>
      <dgm:spPr/>
      <dgm:t>
        <a:bodyPr/>
        <a:lstStyle/>
        <a:p>
          <a:r>
            <a:rPr lang="en-US"/>
            <a:t>Edit default mapping from transformer output fields to new feed output field</a:t>
          </a:r>
        </a:p>
      </dgm:t>
    </dgm:pt>
    <dgm:pt modelId="{B7860658-31CC-4081-8896-A5D96BBCA630}" type="parTrans" cxnId="{5A11B7D5-425A-47D2-B222-92E77374F888}">
      <dgm:prSet/>
      <dgm:spPr/>
      <dgm:t>
        <a:bodyPr/>
        <a:lstStyle/>
        <a:p>
          <a:endParaRPr lang="en-US"/>
        </a:p>
      </dgm:t>
    </dgm:pt>
    <dgm:pt modelId="{9028E763-6DD0-4059-A559-01A846F35D46}" type="sibTrans" cxnId="{5A11B7D5-425A-47D2-B222-92E77374F888}">
      <dgm:prSet/>
      <dgm:spPr/>
      <dgm:t>
        <a:bodyPr/>
        <a:lstStyle/>
        <a:p>
          <a:endParaRPr lang="en-US"/>
        </a:p>
      </dgm:t>
    </dgm:pt>
    <dgm:pt modelId="{8106512E-0AAA-40C9-9CCF-0396543097CB}">
      <dgm:prSet/>
      <dgm:spPr/>
      <dgm:t>
        <a:bodyPr/>
        <a:lstStyle/>
        <a:p>
          <a:r>
            <a:rPr lang="en-US" dirty="0"/>
            <a:t>Preview</a:t>
          </a:r>
        </a:p>
      </dgm:t>
    </dgm:pt>
    <dgm:pt modelId="{376D2CD6-6372-4084-A1E5-E7F8C6A8737C}" type="parTrans" cxnId="{D9D76384-49CE-4FB4-B6B4-6FDD807F757F}">
      <dgm:prSet/>
      <dgm:spPr/>
      <dgm:t>
        <a:bodyPr/>
        <a:lstStyle/>
        <a:p>
          <a:endParaRPr lang="en-US"/>
        </a:p>
      </dgm:t>
    </dgm:pt>
    <dgm:pt modelId="{05690FBC-6155-4DDC-B6B9-DF293D2A4FB7}" type="sibTrans" cxnId="{D9D76384-49CE-4FB4-B6B4-6FDD807F757F}">
      <dgm:prSet/>
      <dgm:spPr/>
      <dgm:t>
        <a:bodyPr/>
        <a:lstStyle/>
        <a:p>
          <a:endParaRPr lang="en-US"/>
        </a:p>
      </dgm:t>
    </dgm:pt>
    <dgm:pt modelId="{8AE46D43-F1AA-4F31-802D-2C0C051D7AAA}">
      <dgm:prSet/>
      <dgm:spPr/>
      <dgm:t>
        <a:bodyPr/>
        <a:lstStyle/>
        <a:p>
          <a:r>
            <a:rPr lang="en-US"/>
            <a:t>Generate preview if cost under current wallet credit, each preview reduce credit</a:t>
          </a:r>
        </a:p>
      </dgm:t>
    </dgm:pt>
    <dgm:pt modelId="{265B3C8F-E0AC-45BC-8E3A-3A2F0762DC7E}" type="parTrans" cxnId="{9B80F8D8-AA6E-47A2-B7E6-C5A33A2A7855}">
      <dgm:prSet/>
      <dgm:spPr/>
      <dgm:t>
        <a:bodyPr/>
        <a:lstStyle/>
        <a:p>
          <a:endParaRPr lang="en-US"/>
        </a:p>
      </dgm:t>
    </dgm:pt>
    <dgm:pt modelId="{40F901D4-1E18-42C1-956C-10A41E12AC5B}" type="sibTrans" cxnId="{9B80F8D8-AA6E-47A2-B7E6-C5A33A2A7855}">
      <dgm:prSet/>
      <dgm:spPr/>
      <dgm:t>
        <a:bodyPr/>
        <a:lstStyle/>
        <a:p>
          <a:endParaRPr lang="en-US"/>
        </a:p>
      </dgm:t>
    </dgm:pt>
    <dgm:pt modelId="{CCFC3D3B-D020-4F1B-89DF-416F4412C646}">
      <dgm:prSet/>
      <dgm:spPr/>
      <dgm:t>
        <a:bodyPr/>
        <a:lstStyle/>
        <a:p>
          <a:r>
            <a:rPr lang="en-US" dirty="0"/>
            <a:t>Publish</a:t>
          </a:r>
        </a:p>
      </dgm:t>
    </dgm:pt>
    <dgm:pt modelId="{11DCC44C-551E-40A5-8100-CDCD36FE7E47}" type="parTrans" cxnId="{73B2A53B-A08D-4CE4-B083-737F8C41939D}">
      <dgm:prSet/>
      <dgm:spPr/>
      <dgm:t>
        <a:bodyPr/>
        <a:lstStyle/>
        <a:p>
          <a:endParaRPr lang="en-US"/>
        </a:p>
      </dgm:t>
    </dgm:pt>
    <dgm:pt modelId="{1F501477-0315-4765-8AEA-5515A0717FF9}" type="sibTrans" cxnId="{73B2A53B-A08D-4CE4-B083-737F8C41939D}">
      <dgm:prSet/>
      <dgm:spPr/>
      <dgm:t>
        <a:bodyPr/>
        <a:lstStyle/>
        <a:p>
          <a:endParaRPr lang="en-US"/>
        </a:p>
      </dgm:t>
    </dgm:pt>
    <dgm:pt modelId="{39020B4C-9C38-4710-899C-CA595EFF8F3B}">
      <dgm:prSet/>
      <dgm:spPr/>
      <dgm:t>
        <a:bodyPr/>
        <a:lstStyle/>
        <a:p>
          <a:r>
            <a:rPr lang="en-US"/>
            <a:t>Fill feed attribute (name, description, visibility) and publish</a:t>
          </a:r>
        </a:p>
      </dgm:t>
    </dgm:pt>
    <dgm:pt modelId="{B4AC6951-DA6B-4F55-A154-9F020981133A}" type="parTrans" cxnId="{F7530633-DBCA-40ED-9D25-F30C441C7E8A}">
      <dgm:prSet/>
      <dgm:spPr/>
      <dgm:t>
        <a:bodyPr/>
        <a:lstStyle/>
        <a:p>
          <a:endParaRPr lang="en-US"/>
        </a:p>
      </dgm:t>
    </dgm:pt>
    <dgm:pt modelId="{357B974B-757B-4150-9DEA-D54EC38E848D}" type="sibTrans" cxnId="{F7530633-DBCA-40ED-9D25-F30C441C7E8A}">
      <dgm:prSet/>
      <dgm:spPr/>
      <dgm:t>
        <a:bodyPr/>
        <a:lstStyle/>
        <a:p>
          <a:endParaRPr lang="en-US"/>
        </a:p>
      </dgm:t>
    </dgm:pt>
    <dgm:pt modelId="{28E7D7F5-A69D-4B38-864C-39B7D7756D0E}" type="pres">
      <dgm:prSet presAssocID="{639E96EE-697C-4EBC-865F-383518D19C0A}" presName="Name0" presStyleCnt="0">
        <dgm:presLayoutVars>
          <dgm:dir/>
          <dgm:animLvl val="lvl"/>
          <dgm:resizeHandles val="exact"/>
        </dgm:presLayoutVars>
      </dgm:prSet>
      <dgm:spPr/>
    </dgm:pt>
    <dgm:pt modelId="{D6CC34BA-94FA-427C-9E9E-A7B51B4A8D53}" type="pres">
      <dgm:prSet presAssocID="{CCFC3D3B-D020-4F1B-89DF-416F4412C646}" presName="boxAndChildren" presStyleCnt="0"/>
      <dgm:spPr/>
    </dgm:pt>
    <dgm:pt modelId="{B1406093-6CC3-4CA2-9DEE-C6E9F33D9F54}" type="pres">
      <dgm:prSet presAssocID="{CCFC3D3B-D020-4F1B-89DF-416F4412C646}" presName="parentTextBox" presStyleLbl="alignNode1" presStyleIdx="0" presStyleCnt="7"/>
      <dgm:spPr/>
    </dgm:pt>
    <dgm:pt modelId="{BE06D655-BF51-481F-8180-CCE63E34E510}" type="pres">
      <dgm:prSet presAssocID="{CCFC3D3B-D020-4F1B-89DF-416F4412C646}" presName="descendantBox" presStyleLbl="bgAccFollowNode1" presStyleIdx="0" presStyleCnt="7"/>
      <dgm:spPr/>
    </dgm:pt>
    <dgm:pt modelId="{AA4561D5-5D36-4E5F-A09A-A13C4AEF3CAC}" type="pres">
      <dgm:prSet presAssocID="{05690FBC-6155-4DDC-B6B9-DF293D2A4FB7}" presName="sp" presStyleCnt="0"/>
      <dgm:spPr/>
    </dgm:pt>
    <dgm:pt modelId="{381E3184-3669-4BA5-8BD4-65F7D3050AFF}" type="pres">
      <dgm:prSet presAssocID="{8106512E-0AAA-40C9-9CCF-0396543097CB}" presName="arrowAndChildren" presStyleCnt="0"/>
      <dgm:spPr/>
    </dgm:pt>
    <dgm:pt modelId="{B3A3E820-2E70-41D4-8A84-004501FE305F}" type="pres">
      <dgm:prSet presAssocID="{8106512E-0AAA-40C9-9CCF-0396543097CB}" presName="parentTextArrow" presStyleLbl="node1" presStyleIdx="0" presStyleCnt="0"/>
      <dgm:spPr/>
    </dgm:pt>
    <dgm:pt modelId="{EB1FACFB-9684-442E-AD4F-E27F2C389E39}" type="pres">
      <dgm:prSet presAssocID="{8106512E-0AAA-40C9-9CCF-0396543097CB}" presName="arrow" presStyleLbl="alignNode1" presStyleIdx="1" presStyleCnt="7"/>
      <dgm:spPr/>
    </dgm:pt>
    <dgm:pt modelId="{6C8211D2-18A4-4658-8663-C5F8801C107C}" type="pres">
      <dgm:prSet presAssocID="{8106512E-0AAA-40C9-9CCF-0396543097CB}" presName="descendantArrow" presStyleLbl="bgAccFollowNode1" presStyleIdx="1" presStyleCnt="7"/>
      <dgm:spPr/>
    </dgm:pt>
    <dgm:pt modelId="{E46AA60E-459B-4A63-B9D6-A1CE0F206A14}" type="pres">
      <dgm:prSet presAssocID="{45702C44-042A-423B-8A08-271B85DD10BC}" presName="sp" presStyleCnt="0"/>
      <dgm:spPr/>
    </dgm:pt>
    <dgm:pt modelId="{9D15B5D8-18DF-45A4-BE84-A7CF2074D043}" type="pres">
      <dgm:prSet presAssocID="{C60117B5-6AEC-40FD-9B2F-456478545A57}" presName="arrowAndChildren" presStyleCnt="0"/>
      <dgm:spPr/>
    </dgm:pt>
    <dgm:pt modelId="{546D01F0-F9E4-4BDD-953A-981E9550FB0F}" type="pres">
      <dgm:prSet presAssocID="{C60117B5-6AEC-40FD-9B2F-456478545A57}" presName="parentTextArrow" presStyleLbl="node1" presStyleIdx="0" presStyleCnt="0"/>
      <dgm:spPr/>
    </dgm:pt>
    <dgm:pt modelId="{F79F738A-72D5-4C59-A205-304142F386AE}" type="pres">
      <dgm:prSet presAssocID="{C60117B5-6AEC-40FD-9B2F-456478545A57}" presName="arrow" presStyleLbl="alignNode1" presStyleIdx="2" presStyleCnt="7"/>
      <dgm:spPr/>
    </dgm:pt>
    <dgm:pt modelId="{8F163897-B421-41D6-9689-F2C32225F0D2}" type="pres">
      <dgm:prSet presAssocID="{C60117B5-6AEC-40FD-9B2F-456478545A57}" presName="descendantArrow" presStyleLbl="bgAccFollowNode1" presStyleIdx="2" presStyleCnt="7"/>
      <dgm:spPr/>
    </dgm:pt>
    <dgm:pt modelId="{18A35C5A-44FA-478E-BDCF-A6B81A0703B7}" type="pres">
      <dgm:prSet presAssocID="{A1DECAE0-A6C0-4E30-A3ED-44161E02F83F}" presName="sp" presStyleCnt="0"/>
      <dgm:spPr/>
    </dgm:pt>
    <dgm:pt modelId="{9183EABE-487B-4FEA-A940-AC6A8BC16CE4}" type="pres">
      <dgm:prSet presAssocID="{F1F7FBF0-7352-456A-BC51-DCFE9E1690A3}" presName="arrowAndChildren" presStyleCnt="0"/>
      <dgm:spPr/>
    </dgm:pt>
    <dgm:pt modelId="{7B90E75D-6F0A-47B5-837E-9DF3A8B7FD8A}" type="pres">
      <dgm:prSet presAssocID="{F1F7FBF0-7352-456A-BC51-DCFE9E1690A3}" presName="parentTextArrow" presStyleLbl="node1" presStyleIdx="0" presStyleCnt="0"/>
      <dgm:spPr/>
    </dgm:pt>
    <dgm:pt modelId="{F688BFC3-1D88-4609-A53F-9F8EA117CC77}" type="pres">
      <dgm:prSet presAssocID="{F1F7FBF0-7352-456A-BC51-DCFE9E1690A3}" presName="arrow" presStyleLbl="alignNode1" presStyleIdx="3" presStyleCnt="7"/>
      <dgm:spPr/>
    </dgm:pt>
    <dgm:pt modelId="{0C780DA9-F359-4E9A-A698-1C27464A5CEC}" type="pres">
      <dgm:prSet presAssocID="{F1F7FBF0-7352-456A-BC51-DCFE9E1690A3}" presName="descendantArrow" presStyleLbl="bgAccFollowNode1" presStyleIdx="3" presStyleCnt="7"/>
      <dgm:spPr/>
    </dgm:pt>
    <dgm:pt modelId="{BEA41365-AAC7-4749-95E9-3FABE86B3C68}" type="pres">
      <dgm:prSet presAssocID="{620E1B2F-FDBF-49D8-BDB8-5175C4121795}" presName="sp" presStyleCnt="0"/>
      <dgm:spPr/>
    </dgm:pt>
    <dgm:pt modelId="{E6017CC8-DCF4-4D79-8DCC-31AEF27AECC8}" type="pres">
      <dgm:prSet presAssocID="{7759223F-FCC2-43BB-9A46-28989F23381C}" presName="arrowAndChildren" presStyleCnt="0"/>
      <dgm:spPr/>
    </dgm:pt>
    <dgm:pt modelId="{7FC2D7B4-0F63-4EE0-A22F-619442DF5869}" type="pres">
      <dgm:prSet presAssocID="{7759223F-FCC2-43BB-9A46-28989F23381C}" presName="parentTextArrow" presStyleLbl="node1" presStyleIdx="0" presStyleCnt="0"/>
      <dgm:spPr/>
    </dgm:pt>
    <dgm:pt modelId="{DD5D2937-D1E9-44BF-9949-38F5F0CF01CF}" type="pres">
      <dgm:prSet presAssocID="{7759223F-FCC2-43BB-9A46-28989F23381C}" presName="arrow" presStyleLbl="alignNode1" presStyleIdx="4" presStyleCnt="7"/>
      <dgm:spPr/>
    </dgm:pt>
    <dgm:pt modelId="{2E0A7DB0-D4D3-4A52-B850-CDCCEFB67EE9}" type="pres">
      <dgm:prSet presAssocID="{7759223F-FCC2-43BB-9A46-28989F23381C}" presName="descendantArrow" presStyleLbl="bgAccFollowNode1" presStyleIdx="4" presStyleCnt="7"/>
      <dgm:spPr/>
    </dgm:pt>
    <dgm:pt modelId="{3D455407-5597-4754-9C05-F00497CD1016}" type="pres">
      <dgm:prSet presAssocID="{8EDF83FC-7552-488C-B969-5F3A70280F8D}" presName="sp" presStyleCnt="0"/>
      <dgm:spPr/>
    </dgm:pt>
    <dgm:pt modelId="{86016467-FF7E-46B9-997E-295A3F43D43C}" type="pres">
      <dgm:prSet presAssocID="{2EEADD4C-4D8C-4B8F-8D1A-933AF2E220D7}" presName="arrowAndChildren" presStyleCnt="0"/>
      <dgm:spPr/>
    </dgm:pt>
    <dgm:pt modelId="{BAC9C7B3-81A1-41D5-8922-5D3A85FB54D4}" type="pres">
      <dgm:prSet presAssocID="{2EEADD4C-4D8C-4B8F-8D1A-933AF2E220D7}" presName="parentTextArrow" presStyleLbl="node1" presStyleIdx="0" presStyleCnt="0"/>
      <dgm:spPr/>
    </dgm:pt>
    <dgm:pt modelId="{647E8108-E2E8-4AAF-A07C-129526CFEF6C}" type="pres">
      <dgm:prSet presAssocID="{2EEADD4C-4D8C-4B8F-8D1A-933AF2E220D7}" presName="arrow" presStyleLbl="alignNode1" presStyleIdx="5" presStyleCnt="7"/>
      <dgm:spPr/>
    </dgm:pt>
    <dgm:pt modelId="{3FF74578-CD0A-4403-93EF-AFC7AD2E0206}" type="pres">
      <dgm:prSet presAssocID="{2EEADD4C-4D8C-4B8F-8D1A-933AF2E220D7}" presName="descendantArrow" presStyleLbl="bgAccFollowNode1" presStyleIdx="5" presStyleCnt="7"/>
      <dgm:spPr/>
    </dgm:pt>
    <dgm:pt modelId="{3D1B997B-B17E-4386-AFAE-0731E982B4F0}" type="pres">
      <dgm:prSet presAssocID="{D60A807E-282F-4444-98E2-5F51E316E072}" presName="sp" presStyleCnt="0"/>
      <dgm:spPr/>
    </dgm:pt>
    <dgm:pt modelId="{807A2800-C745-43B6-89AE-1BB869043D03}" type="pres">
      <dgm:prSet presAssocID="{F76545D0-C1F4-4BA6-A6D8-D1853D236B2C}" presName="arrowAndChildren" presStyleCnt="0"/>
      <dgm:spPr/>
    </dgm:pt>
    <dgm:pt modelId="{2E53225D-E356-4802-B8D1-3764DCDC9533}" type="pres">
      <dgm:prSet presAssocID="{F76545D0-C1F4-4BA6-A6D8-D1853D236B2C}" presName="parentTextArrow" presStyleLbl="node1" presStyleIdx="0" presStyleCnt="0"/>
      <dgm:spPr/>
    </dgm:pt>
    <dgm:pt modelId="{827D6336-D9C3-4A10-9966-231EF066BE1E}" type="pres">
      <dgm:prSet presAssocID="{F76545D0-C1F4-4BA6-A6D8-D1853D236B2C}" presName="arrow" presStyleLbl="alignNode1" presStyleIdx="6" presStyleCnt="7"/>
      <dgm:spPr/>
    </dgm:pt>
    <dgm:pt modelId="{C05D6950-5442-458D-81E5-A6033BD495F8}" type="pres">
      <dgm:prSet presAssocID="{F76545D0-C1F4-4BA6-A6D8-D1853D236B2C}" presName="descendantArrow" presStyleLbl="bgAccFollowNode1" presStyleIdx="6" presStyleCnt="7"/>
      <dgm:spPr/>
    </dgm:pt>
  </dgm:ptLst>
  <dgm:cxnLst>
    <dgm:cxn modelId="{686AFC05-F627-4A2D-99F5-ED5F861E35F2}" srcId="{639E96EE-697C-4EBC-865F-383518D19C0A}" destId="{C60117B5-6AEC-40FD-9B2F-456478545A57}" srcOrd="4" destOrd="0" parTransId="{40ECEC02-79FC-4425-84B9-7DF5B458E79B}" sibTransId="{45702C44-042A-423B-8A08-271B85DD10BC}"/>
    <dgm:cxn modelId="{C7465116-101F-4CCC-9F25-907FD6D1150C}" type="presOf" srcId="{F1F7FBF0-7352-456A-BC51-DCFE9E1690A3}" destId="{7B90E75D-6F0A-47B5-837E-9DF3A8B7FD8A}" srcOrd="0" destOrd="0" presId="urn:microsoft.com/office/officeart/2016/7/layout/VerticalDownArrowProcess"/>
    <dgm:cxn modelId="{D2DE4C29-B1F9-47CC-A73E-A16FB19F8CDE}" type="presOf" srcId="{F76545D0-C1F4-4BA6-A6D8-D1853D236B2C}" destId="{2E53225D-E356-4802-B8D1-3764DCDC9533}" srcOrd="0" destOrd="0" presId="urn:microsoft.com/office/officeart/2016/7/layout/VerticalDownArrowProcess"/>
    <dgm:cxn modelId="{BAA0032C-0869-4AEE-AE24-6D11B04327D5}" type="presOf" srcId="{5955129A-30FC-4C8A-B80B-75A5343F0643}" destId="{3FF74578-CD0A-4403-93EF-AFC7AD2E0206}" srcOrd="0" destOrd="0" presId="urn:microsoft.com/office/officeart/2016/7/layout/VerticalDownArrowProcess"/>
    <dgm:cxn modelId="{F7530633-DBCA-40ED-9D25-F30C441C7E8A}" srcId="{CCFC3D3B-D020-4F1B-89DF-416F4412C646}" destId="{39020B4C-9C38-4710-899C-CA595EFF8F3B}" srcOrd="0" destOrd="0" parTransId="{B4AC6951-DA6B-4F55-A154-9F020981133A}" sibTransId="{357B974B-757B-4150-9DEA-D54EC38E848D}"/>
    <dgm:cxn modelId="{73B2A53B-A08D-4CE4-B083-737F8C41939D}" srcId="{639E96EE-697C-4EBC-865F-383518D19C0A}" destId="{CCFC3D3B-D020-4F1B-89DF-416F4412C646}" srcOrd="6" destOrd="0" parTransId="{11DCC44C-551E-40A5-8100-CDCD36FE7E47}" sibTransId="{1F501477-0315-4765-8AEA-5515A0717FF9}"/>
    <dgm:cxn modelId="{0B5BFF3D-6629-4173-A46B-064C3C4A9F84}" type="presOf" srcId="{CCFC3D3B-D020-4F1B-89DF-416F4412C646}" destId="{B1406093-6CC3-4CA2-9DEE-C6E9F33D9F54}" srcOrd="0" destOrd="0" presId="urn:microsoft.com/office/officeart/2016/7/layout/VerticalDownArrowProcess"/>
    <dgm:cxn modelId="{1407C64C-A6E5-4FF4-9109-5228BC38EB9E}" type="presOf" srcId="{39020B4C-9C38-4710-899C-CA595EFF8F3B}" destId="{BE06D655-BF51-481F-8180-CCE63E34E510}" srcOrd="0" destOrd="0" presId="urn:microsoft.com/office/officeart/2016/7/layout/VerticalDownArrowProcess"/>
    <dgm:cxn modelId="{AAABE76F-3ACC-4781-B428-DEE7F41D63E1}" type="presOf" srcId="{639E96EE-697C-4EBC-865F-383518D19C0A}" destId="{28E7D7F5-A69D-4B38-864C-39B7D7756D0E}" srcOrd="0" destOrd="0" presId="urn:microsoft.com/office/officeart/2016/7/layout/VerticalDownArrowProcess"/>
    <dgm:cxn modelId="{496BFC77-E41C-4800-823C-B7C7511293C4}" type="presOf" srcId="{613AD7E3-6FD8-4C6F-9A00-76EB0BBA46B5}" destId="{8F163897-B421-41D6-9689-F2C32225F0D2}" srcOrd="0" destOrd="0" presId="urn:microsoft.com/office/officeart/2016/7/layout/VerticalDownArrowProcess"/>
    <dgm:cxn modelId="{9E38D879-5115-4200-8513-EAB62F146B8B}" srcId="{F76545D0-C1F4-4BA6-A6D8-D1853D236B2C}" destId="{94C0198D-DC9E-4DE5-81B5-373155AFD0C5}" srcOrd="0" destOrd="0" parTransId="{79883E50-FAA1-4554-8FEA-A7B3496CA059}" sibTransId="{BC854E3C-E7B9-4C13-9544-CF0A02197726}"/>
    <dgm:cxn modelId="{D9D76384-49CE-4FB4-B6B4-6FDD807F757F}" srcId="{639E96EE-697C-4EBC-865F-383518D19C0A}" destId="{8106512E-0AAA-40C9-9CCF-0396543097CB}" srcOrd="5" destOrd="0" parTransId="{376D2CD6-6372-4084-A1E5-E7F8C6A8737C}" sibTransId="{05690FBC-6155-4DDC-B6B9-DF293D2A4FB7}"/>
    <dgm:cxn modelId="{0E557A85-FB73-42B9-A93D-7C6887853EA8}" type="presOf" srcId="{A08E6994-D468-4323-8EAB-BADDA42FED15}" destId="{0C780DA9-F359-4E9A-A698-1C27464A5CEC}" srcOrd="0" destOrd="0" presId="urn:microsoft.com/office/officeart/2016/7/layout/VerticalDownArrowProcess"/>
    <dgm:cxn modelId="{BC7A7093-542A-4EE5-AFC9-94C403FD78B0}" type="presOf" srcId="{8106512E-0AAA-40C9-9CCF-0396543097CB}" destId="{EB1FACFB-9684-442E-AD4F-E27F2C389E39}" srcOrd="1" destOrd="0" presId="urn:microsoft.com/office/officeart/2016/7/layout/VerticalDownArrowProcess"/>
    <dgm:cxn modelId="{809E2895-9F96-4F15-8D98-7D322F2B7BB0}" type="presOf" srcId="{94C0198D-DC9E-4DE5-81B5-373155AFD0C5}" destId="{C05D6950-5442-458D-81E5-A6033BD495F8}" srcOrd="0" destOrd="0" presId="urn:microsoft.com/office/officeart/2016/7/layout/VerticalDownArrowProcess"/>
    <dgm:cxn modelId="{A8C8BA95-C2E7-4E3A-8844-46DEF97EF43F}" srcId="{639E96EE-697C-4EBC-865F-383518D19C0A}" destId="{2EEADD4C-4D8C-4B8F-8D1A-933AF2E220D7}" srcOrd="1" destOrd="0" parTransId="{DDD86FAB-48A5-417C-BD03-BD39A61CECA8}" sibTransId="{8EDF83FC-7552-488C-B969-5F3A70280F8D}"/>
    <dgm:cxn modelId="{A3260898-4F7C-4C1F-A848-0653FD47533A}" srcId="{639E96EE-697C-4EBC-865F-383518D19C0A}" destId="{F1F7FBF0-7352-456A-BC51-DCFE9E1690A3}" srcOrd="3" destOrd="0" parTransId="{1C0D020B-95DF-48AB-B172-7E844EFFDDFA}" sibTransId="{A1DECAE0-A6C0-4E30-A3ED-44161E02F83F}"/>
    <dgm:cxn modelId="{FD9109A5-0AE3-40F9-8904-90B1214DE374}" type="presOf" srcId="{7759223F-FCC2-43BB-9A46-28989F23381C}" destId="{DD5D2937-D1E9-44BF-9949-38F5F0CF01CF}" srcOrd="1" destOrd="0" presId="urn:microsoft.com/office/officeart/2016/7/layout/VerticalDownArrowProcess"/>
    <dgm:cxn modelId="{C4FB6AB9-0A2C-43CA-AA73-2AB2D65D4DAA}" type="presOf" srcId="{F76545D0-C1F4-4BA6-A6D8-D1853D236B2C}" destId="{827D6336-D9C3-4A10-9966-231EF066BE1E}" srcOrd="1" destOrd="0" presId="urn:microsoft.com/office/officeart/2016/7/layout/VerticalDownArrowProcess"/>
    <dgm:cxn modelId="{354CE1C0-6495-4033-9258-1D7771C7E034}" type="presOf" srcId="{7759223F-FCC2-43BB-9A46-28989F23381C}" destId="{7FC2D7B4-0F63-4EE0-A22F-619442DF5869}" srcOrd="0" destOrd="0" presId="urn:microsoft.com/office/officeart/2016/7/layout/VerticalDownArrowProcess"/>
    <dgm:cxn modelId="{857B24C3-D49A-408B-8D32-F2946DE701C8}" type="presOf" srcId="{F1F7FBF0-7352-456A-BC51-DCFE9E1690A3}" destId="{F688BFC3-1D88-4609-A53F-9F8EA117CC77}" srcOrd="1" destOrd="0" presId="urn:microsoft.com/office/officeart/2016/7/layout/VerticalDownArrowProcess"/>
    <dgm:cxn modelId="{055B89C8-7F05-408D-BC17-628092219894}" srcId="{F1F7FBF0-7352-456A-BC51-DCFE9E1690A3}" destId="{A08E6994-D468-4323-8EAB-BADDA42FED15}" srcOrd="0" destOrd="0" parTransId="{EED8EA81-E014-45D8-A609-EEC97E944E2E}" sibTransId="{817BB765-80D7-4D5B-BEE7-E04B43445A08}"/>
    <dgm:cxn modelId="{DAC6B9CA-E476-4A95-8E78-63133C8D02DF}" type="presOf" srcId="{2EEADD4C-4D8C-4B8F-8D1A-933AF2E220D7}" destId="{BAC9C7B3-81A1-41D5-8922-5D3A85FB54D4}" srcOrd="0" destOrd="0" presId="urn:microsoft.com/office/officeart/2016/7/layout/VerticalDownArrowProcess"/>
    <dgm:cxn modelId="{F020C7CA-65DE-4D36-A06F-CFE5EB5FCFA7}" type="presOf" srcId="{8AE46D43-F1AA-4F31-802D-2C0C051D7AAA}" destId="{6C8211D2-18A4-4658-8663-C5F8801C107C}" srcOrd="0" destOrd="0" presId="urn:microsoft.com/office/officeart/2016/7/layout/VerticalDownArrowProcess"/>
    <dgm:cxn modelId="{5FA8D9CC-9EEB-4AF9-AD21-A2635704AAB5}" type="presOf" srcId="{C60117B5-6AEC-40FD-9B2F-456478545A57}" destId="{F79F738A-72D5-4C59-A205-304142F386AE}" srcOrd="1" destOrd="0" presId="urn:microsoft.com/office/officeart/2016/7/layout/VerticalDownArrowProcess"/>
    <dgm:cxn modelId="{5A1044D2-4F14-4932-8E0B-24F3427FB724}" type="presOf" srcId="{2EEADD4C-4D8C-4B8F-8D1A-933AF2E220D7}" destId="{647E8108-E2E8-4AAF-A07C-129526CFEF6C}" srcOrd="1" destOrd="0" presId="urn:microsoft.com/office/officeart/2016/7/layout/VerticalDownArrowProcess"/>
    <dgm:cxn modelId="{40EAB6D5-9765-453F-9E78-EC1D437E4DF2}" srcId="{639E96EE-697C-4EBC-865F-383518D19C0A}" destId="{7759223F-FCC2-43BB-9A46-28989F23381C}" srcOrd="2" destOrd="0" parTransId="{C13B3AE9-AE9B-4DCB-B45B-25552442C2B9}" sibTransId="{620E1B2F-FDBF-49D8-BDB8-5175C4121795}"/>
    <dgm:cxn modelId="{5A11B7D5-425A-47D2-B222-92E77374F888}" srcId="{C60117B5-6AEC-40FD-9B2F-456478545A57}" destId="{613AD7E3-6FD8-4C6F-9A00-76EB0BBA46B5}" srcOrd="0" destOrd="0" parTransId="{B7860658-31CC-4081-8896-A5D96BBCA630}" sibTransId="{9028E763-6DD0-4059-A559-01A846F35D46}"/>
    <dgm:cxn modelId="{F73B5BD6-2EB7-4A1F-82A4-8D527A4406AE}" srcId="{2EEADD4C-4D8C-4B8F-8D1A-933AF2E220D7}" destId="{5955129A-30FC-4C8A-B80B-75A5343F0643}" srcOrd="0" destOrd="0" parTransId="{859238BD-5DF7-4395-AF5A-05AFC8FB9E09}" sibTransId="{E20507DC-78AC-4027-9640-3C97FA73522E}"/>
    <dgm:cxn modelId="{9B80F8D8-AA6E-47A2-B7E6-C5A33A2A7855}" srcId="{8106512E-0AAA-40C9-9CCF-0396543097CB}" destId="{8AE46D43-F1AA-4F31-802D-2C0C051D7AAA}" srcOrd="0" destOrd="0" parTransId="{265B3C8F-E0AC-45BC-8E3A-3A2F0762DC7E}" sibTransId="{40F901D4-1E18-42C1-956C-10A41E12AC5B}"/>
    <dgm:cxn modelId="{B16909E3-E88D-4B23-AA1C-08CFBC727215}" type="presOf" srcId="{8106512E-0AAA-40C9-9CCF-0396543097CB}" destId="{B3A3E820-2E70-41D4-8A84-004501FE305F}" srcOrd="0" destOrd="0" presId="urn:microsoft.com/office/officeart/2016/7/layout/VerticalDownArrowProcess"/>
    <dgm:cxn modelId="{D4942EE3-1E81-4947-9027-9829EEE3BC76}" srcId="{639E96EE-697C-4EBC-865F-383518D19C0A}" destId="{F76545D0-C1F4-4BA6-A6D8-D1853D236B2C}" srcOrd="0" destOrd="0" parTransId="{ACEAB329-2A15-4B1D-901B-D12FC16CD86E}" sibTransId="{D60A807E-282F-4444-98E2-5F51E316E072}"/>
    <dgm:cxn modelId="{1AFFFFFB-851F-4538-89CD-4927C3446F56}" type="presOf" srcId="{68725079-8D69-4C08-BFA9-863D0B5913E1}" destId="{2E0A7DB0-D4D3-4A52-B850-CDCCEFB67EE9}" srcOrd="0" destOrd="0" presId="urn:microsoft.com/office/officeart/2016/7/layout/VerticalDownArrowProcess"/>
    <dgm:cxn modelId="{5E5B81FF-1740-4CA5-9A16-3CB6D5BE4AD5}" srcId="{7759223F-FCC2-43BB-9A46-28989F23381C}" destId="{68725079-8D69-4C08-BFA9-863D0B5913E1}" srcOrd="0" destOrd="0" parTransId="{8AFC1F5C-EF31-4829-B149-D0A99933BB59}" sibTransId="{D0932DAB-CDDC-4D55-A225-F3E90FEA7EE5}"/>
    <dgm:cxn modelId="{13BC93FF-D8B8-4383-8E04-24837E2D9F33}" type="presOf" srcId="{C60117B5-6AEC-40FD-9B2F-456478545A57}" destId="{546D01F0-F9E4-4BDD-953A-981E9550FB0F}" srcOrd="0" destOrd="0" presId="urn:microsoft.com/office/officeart/2016/7/layout/VerticalDownArrowProcess"/>
    <dgm:cxn modelId="{EB4A8AE3-3550-41D5-B3DC-92786BC0FA31}" type="presParOf" srcId="{28E7D7F5-A69D-4B38-864C-39B7D7756D0E}" destId="{D6CC34BA-94FA-427C-9E9E-A7B51B4A8D53}" srcOrd="0" destOrd="0" presId="urn:microsoft.com/office/officeart/2016/7/layout/VerticalDownArrowProcess"/>
    <dgm:cxn modelId="{0A6F4C43-96A3-4239-AB09-9062DB8C24CE}" type="presParOf" srcId="{D6CC34BA-94FA-427C-9E9E-A7B51B4A8D53}" destId="{B1406093-6CC3-4CA2-9DEE-C6E9F33D9F54}" srcOrd="0" destOrd="0" presId="urn:microsoft.com/office/officeart/2016/7/layout/VerticalDownArrowProcess"/>
    <dgm:cxn modelId="{05F26A08-D3FF-47DB-B958-5B16D5CDD4DD}" type="presParOf" srcId="{D6CC34BA-94FA-427C-9E9E-A7B51B4A8D53}" destId="{BE06D655-BF51-481F-8180-CCE63E34E510}" srcOrd="1" destOrd="0" presId="urn:microsoft.com/office/officeart/2016/7/layout/VerticalDownArrowProcess"/>
    <dgm:cxn modelId="{1DBE9060-6A03-46FD-AD5C-AE718923133B}" type="presParOf" srcId="{28E7D7F5-A69D-4B38-864C-39B7D7756D0E}" destId="{AA4561D5-5D36-4E5F-A09A-A13C4AEF3CAC}" srcOrd="1" destOrd="0" presId="urn:microsoft.com/office/officeart/2016/7/layout/VerticalDownArrowProcess"/>
    <dgm:cxn modelId="{96989976-F3FA-48AE-8941-C1B43FC2356A}" type="presParOf" srcId="{28E7D7F5-A69D-4B38-864C-39B7D7756D0E}" destId="{381E3184-3669-4BA5-8BD4-65F7D3050AFF}" srcOrd="2" destOrd="0" presId="urn:microsoft.com/office/officeart/2016/7/layout/VerticalDownArrowProcess"/>
    <dgm:cxn modelId="{797C761C-657C-458F-BB52-093EE37A768D}" type="presParOf" srcId="{381E3184-3669-4BA5-8BD4-65F7D3050AFF}" destId="{B3A3E820-2E70-41D4-8A84-004501FE305F}" srcOrd="0" destOrd="0" presId="urn:microsoft.com/office/officeart/2016/7/layout/VerticalDownArrowProcess"/>
    <dgm:cxn modelId="{11C0E59C-95D8-4188-8B00-00583008FF6E}" type="presParOf" srcId="{381E3184-3669-4BA5-8BD4-65F7D3050AFF}" destId="{EB1FACFB-9684-442E-AD4F-E27F2C389E39}" srcOrd="1" destOrd="0" presId="urn:microsoft.com/office/officeart/2016/7/layout/VerticalDownArrowProcess"/>
    <dgm:cxn modelId="{2FEFBC74-5C7A-4B7E-B628-06F63807818B}" type="presParOf" srcId="{381E3184-3669-4BA5-8BD4-65F7D3050AFF}" destId="{6C8211D2-18A4-4658-8663-C5F8801C107C}" srcOrd="2" destOrd="0" presId="urn:microsoft.com/office/officeart/2016/7/layout/VerticalDownArrowProcess"/>
    <dgm:cxn modelId="{A9F12789-3352-4B6B-894A-69FA76BC44B1}" type="presParOf" srcId="{28E7D7F5-A69D-4B38-864C-39B7D7756D0E}" destId="{E46AA60E-459B-4A63-B9D6-A1CE0F206A14}" srcOrd="3" destOrd="0" presId="urn:microsoft.com/office/officeart/2016/7/layout/VerticalDownArrowProcess"/>
    <dgm:cxn modelId="{2D434D15-9F16-4E31-AD91-AD5CDFA02699}" type="presParOf" srcId="{28E7D7F5-A69D-4B38-864C-39B7D7756D0E}" destId="{9D15B5D8-18DF-45A4-BE84-A7CF2074D043}" srcOrd="4" destOrd="0" presId="urn:microsoft.com/office/officeart/2016/7/layout/VerticalDownArrowProcess"/>
    <dgm:cxn modelId="{71D7DE92-2AD4-4254-A297-4BC03CEFBF00}" type="presParOf" srcId="{9D15B5D8-18DF-45A4-BE84-A7CF2074D043}" destId="{546D01F0-F9E4-4BDD-953A-981E9550FB0F}" srcOrd="0" destOrd="0" presId="urn:microsoft.com/office/officeart/2016/7/layout/VerticalDownArrowProcess"/>
    <dgm:cxn modelId="{CC21F44C-1657-470E-AAA9-29809ED3B7EE}" type="presParOf" srcId="{9D15B5D8-18DF-45A4-BE84-A7CF2074D043}" destId="{F79F738A-72D5-4C59-A205-304142F386AE}" srcOrd="1" destOrd="0" presId="urn:microsoft.com/office/officeart/2016/7/layout/VerticalDownArrowProcess"/>
    <dgm:cxn modelId="{FA199765-13A1-4DF4-BD50-46A6B076196D}" type="presParOf" srcId="{9D15B5D8-18DF-45A4-BE84-A7CF2074D043}" destId="{8F163897-B421-41D6-9689-F2C32225F0D2}" srcOrd="2" destOrd="0" presId="urn:microsoft.com/office/officeart/2016/7/layout/VerticalDownArrowProcess"/>
    <dgm:cxn modelId="{FFF06A6D-744A-4EC8-A534-BA8C55078D54}" type="presParOf" srcId="{28E7D7F5-A69D-4B38-864C-39B7D7756D0E}" destId="{18A35C5A-44FA-478E-BDCF-A6B81A0703B7}" srcOrd="5" destOrd="0" presId="urn:microsoft.com/office/officeart/2016/7/layout/VerticalDownArrowProcess"/>
    <dgm:cxn modelId="{21E8BAD5-5BB5-4F3D-9CE4-1A58DEB28B0B}" type="presParOf" srcId="{28E7D7F5-A69D-4B38-864C-39B7D7756D0E}" destId="{9183EABE-487B-4FEA-A940-AC6A8BC16CE4}" srcOrd="6" destOrd="0" presId="urn:microsoft.com/office/officeart/2016/7/layout/VerticalDownArrowProcess"/>
    <dgm:cxn modelId="{2B848A72-497C-4FD4-99AE-B970CA53D167}" type="presParOf" srcId="{9183EABE-487B-4FEA-A940-AC6A8BC16CE4}" destId="{7B90E75D-6F0A-47B5-837E-9DF3A8B7FD8A}" srcOrd="0" destOrd="0" presId="urn:microsoft.com/office/officeart/2016/7/layout/VerticalDownArrowProcess"/>
    <dgm:cxn modelId="{80AE3F78-4B10-4422-A873-843A07869AC3}" type="presParOf" srcId="{9183EABE-487B-4FEA-A940-AC6A8BC16CE4}" destId="{F688BFC3-1D88-4609-A53F-9F8EA117CC77}" srcOrd="1" destOrd="0" presId="urn:microsoft.com/office/officeart/2016/7/layout/VerticalDownArrowProcess"/>
    <dgm:cxn modelId="{C57E8B3C-CF9F-443E-89B7-4635B42AB101}" type="presParOf" srcId="{9183EABE-487B-4FEA-A940-AC6A8BC16CE4}" destId="{0C780DA9-F359-4E9A-A698-1C27464A5CEC}" srcOrd="2" destOrd="0" presId="urn:microsoft.com/office/officeart/2016/7/layout/VerticalDownArrowProcess"/>
    <dgm:cxn modelId="{05BC5F84-A5C0-4E4A-8F68-301005B9B8E0}" type="presParOf" srcId="{28E7D7F5-A69D-4B38-864C-39B7D7756D0E}" destId="{BEA41365-AAC7-4749-95E9-3FABE86B3C68}" srcOrd="7" destOrd="0" presId="urn:microsoft.com/office/officeart/2016/7/layout/VerticalDownArrowProcess"/>
    <dgm:cxn modelId="{8C1E6108-C0E5-4140-9CC0-0C627363E47C}" type="presParOf" srcId="{28E7D7F5-A69D-4B38-864C-39B7D7756D0E}" destId="{E6017CC8-DCF4-4D79-8DCC-31AEF27AECC8}" srcOrd="8" destOrd="0" presId="urn:microsoft.com/office/officeart/2016/7/layout/VerticalDownArrowProcess"/>
    <dgm:cxn modelId="{6E7BD3AF-AEAD-4028-B267-22305D4378FF}" type="presParOf" srcId="{E6017CC8-DCF4-4D79-8DCC-31AEF27AECC8}" destId="{7FC2D7B4-0F63-4EE0-A22F-619442DF5869}" srcOrd="0" destOrd="0" presId="urn:microsoft.com/office/officeart/2016/7/layout/VerticalDownArrowProcess"/>
    <dgm:cxn modelId="{9B0761DD-ABBB-4749-931B-4C13E6A65627}" type="presParOf" srcId="{E6017CC8-DCF4-4D79-8DCC-31AEF27AECC8}" destId="{DD5D2937-D1E9-44BF-9949-38F5F0CF01CF}" srcOrd="1" destOrd="0" presId="urn:microsoft.com/office/officeart/2016/7/layout/VerticalDownArrowProcess"/>
    <dgm:cxn modelId="{5194E27E-17BE-466D-8BB4-1753C2FF4F6D}" type="presParOf" srcId="{E6017CC8-DCF4-4D79-8DCC-31AEF27AECC8}" destId="{2E0A7DB0-D4D3-4A52-B850-CDCCEFB67EE9}" srcOrd="2" destOrd="0" presId="urn:microsoft.com/office/officeart/2016/7/layout/VerticalDownArrowProcess"/>
    <dgm:cxn modelId="{1DB08019-0A34-452E-9401-5995262776A0}" type="presParOf" srcId="{28E7D7F5-A69D-4B38-864C-39B7D7756D0E}" destId="{3D455407-5597-4754-9C05-F00497CD1016}" srcOrd="9" destOrd="0" presId="urn:microsoft.com/office/officeart/2016/7/layout/VerticalDownArrowProcess"/>
    <dgm:cxn modelId="{F9B00208-103E-4A74-B495-1D65D3611BA0}" type="presParOf" srcId="{28E7D7F5-A69D-4B38-864C-39B7D7756D0E}" destId="{86016467-FF7E-46B9-997E-295A3F43D43C}" srcOrd="10" destOrd="0" presId="urn:microsoft.com/office/officeart/2016/7/layout/VerticalDownArrowProcess"/>
    <dgm:cxn modelId="{99388AFC-ED83-4C71-AACB-F8B547478FE4}" type="presParOf" srcId="{86016467-FF7E-46B9-997E-295A3F43D43C}" destId="{BAC9C7B3-81A1-41D5-8922-5D3A85FB54D4}" srcOrd="0" destOrd="0" presId="urn:microsoft.com/office/officeart/2016/7/layout/VerticalDownArrowProcess"/>
    <dgm:cxn modelId="{C670629C-C421-4C90-9661-1EBC445FA967}" type="presParOf" srcId="{86016467-FF7E-46B9-997E-295A3F43D43C}" destId="{647E8108-E2E8-4AAF-A07C-129526CFEF6C}" srcOrd="1" destOrd="0" presId="urn:microsoft.com/office/officeart/2016/7/layout/VerticalDownArrowProcess"/>
    <dgm:cxn modelId="{4C1329EC-06FA-44E7-8B4D-1DC58F1E6CEB}" type="presParOf" srcId="{86016467-FF7E-46B9-997E-295A3F43D43C}" destId="{3FF74578-CD0A-4403-93EF-AFC7AD2E0206}" srcOrd="2" destOrd="0" presId="urn:microsoft.com/office/officeart/2016/7/layout/VerticalDownArrowProcess"/>
    <dgm:cxn modelId="{F1D715EA-E718-4D6F-9455-382819809409}" type="presParOf" srcId="{28E7D7F5-A69D-4B38-864C-39B7D7756D0E}" destId="{3D1B997B-B17E-4386-AFAE-0731E982B4F0}" srcOrd="11" destOrd="0" presId="urn:microsoft.com/office/officeart/2016/7/layout/VerticalDownArrowProcess"/>
    <dgm:cxn modelId="{F5F64B5C-EA32-4546-B917-FC0CE098413F}" type="presParOf" srcId="{28E7D7F5-A69D-4B38-864C-39B7D7756D0E}" destId="{807A2800-C745-43B6-89AE-1BB869043D03}" srcOrd="12" destOrd="0" presId="urn:microsoft.com/office/officeart/2016/7/layout/VerticalDownArrowProcess"/>
    <dgm:cxn modelId="{F355FC6D-5080-4833-9AEA-AD89E45962DB}" type="presParOf" srcId="{807A2800-C745-43B6-89AE-1BB869043D03}" destId="{2E53225D-E356-4802-B8D1-3764DCDC9533}" srcOrd="0" destOrd="0" presId="urn:microsoft.com/office/officeart/2016/7/layout/VerticalDownArrowProcess"/>
    <dgm:cxn modelId="{847AD211-B17E-4ADF-9D01-A45DFE96974A}" type="presParOf" srcId="{807A2800-C745-43B6-89AE-1BB869043D03}" destId="{827D6336-D9C3-4A10-9966-231EF066BE1E}" srcOrd="1" destOrd="0" presId="urn:microsoft.com/office/officeart/2016/7/layout/VerticalDownArrowProcess"/>
    <dgm:cxn modelId="{666578E1-7DE2-4344-9A3F-DE79EE6620D4}" type="presParOf" srcId="{807A2800-C745-43B6-89AE-1BB869043D03}" destId="{C05D6950-5442-458D-81E5-A6033BD495F8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BFC5BF-0702-4D79-89CC-AE5A8A69DAEB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6BB691C-4C2F-47E1-869E-3FC4282CFE1C}">
      <dgm:prSet/>
      <dgm:spPr/>
      <dgm:t>
        <a:bodyPr/>
        <a:lstStyle/>
        <a:p>
          <a:r>
            <a:rPr lang="en-US" dirty="0"/>
            <a:t>Select source transformers</a:t>
          </a:r>
        </a:p>
      </dgm:t>
    </dgm:pt>
    <dgm:pt modelId="{A04CA5C8-542C-4733-991A-2BA26227A947}" type="parTrans" cxnId="{21D4633F-B3F6-449F-A365-F0A038DD6FB6}">
      <dgm:prSet/>
      <dgm:spPr/>
      <dgm:t>
        <a:bodyPr/>
        <a:lstStyle/>
        <a:p>
          <a:endParaRPr lang="en-US"/>
        </a:p>
      </dgm:t>
    </dgm:pt>
    <dgm:pt modelId="{DCE7A31A-0D2E-4237-B556-118279D19AC3}" type="sibTrans" cxnId="{21D4633F-B3F6-449F-A365-F0A038DD6FB6}">
      <dgm:prSet/>
      <dgm:spPr/>
      <dgm:t>
        <a:bodyPr/>
        <a:lstStyle/>
        <a:p>
          <a:endParaRPr lang="en-US"/>
        </a:p>
      </dgm:t>
    </dgm:pt>
    <dgm:pt modelId="{69809B93-0FAC-4C0F-8B35-FC46DD035771}">
      <dgm:prSet/>
      <dgm:spPr/>
      <dgm:t>
        <a:bodyPr/>
        <a:lstStyle/>
        <a:p>
          <a:r>
            <a:rPr lang="en-US" dirty="0"/>
            <a:t>Select source transformers by adding to the source list</a:t>
          </a:r>
        </a:p>
      </dgm:t>
    </dgm:pt>
    <dgm:pt modelId="{E7888C91-7919-419E-8407-0C0967CDF147}" type="parTrans" cxnId="{4802F47C-612D-4DB7-B6E8-7A188CD196A2}">
      <dgm:prSet/>
      <dgm:spPr/>
      <dgm:t>
        <a:bodyPr/>
        <a:lstStyle/>
        <a:p>
          <a:endParaRPr lang="en-US"/>
        </a:p>
      </dgm:t>
    </dgm:pt>
    <dgm:pt modelId="{1BFAA420-B0D7-4084-BFD4-2AE89A0375A4}" type="sibTrans" cxnId="{4802F47C-612D-4DB7-B6E8-7A188CD196A2}">
      <dgm:prSet/>
      <dgm:spPr/>
      <dgm:t>
        <a:bodyPr/>
        <a:lstStyle/>
        <a:p>
          <a:endParaRPr lang="en-US"/>
        </a:p>
      </dgm:t>
    </dgm:pt>
    <dgm:pt modelId="{DF86AE5D-242D-4CFD-B128-693A2BCAFBD2}">
      <dgm:prSet/>
      <dgm:spPr/>
      <dgm:t>
        <a:bodyPr/>
        <a:lstStyle/>
        <a:p>
          <a:r>
            <a:rPr lang="en-US" dirty="0"/>
            <a:t>Change parameters</a:t>
          </a:r>
        </a:p>
      </dgm:t>
    </dgm:pt>
    <dgm:pt modelId="{067304CA-3F2F-432D-98A6-4A59AF9C7871}" type="parTrans" cxnId="{C278B691-0D64-44F1-9912-3574483B676B}">
      <dgm:prSet/>
      <dgm:spPr/>
      <dgm:t>
        <a:bodyPr/>
        <a:lstStyle/>
        <a:p>
          <a:endParaRPr lang="en-US"/>
        </a:p>
      </dgm:t>
    </dgm:pt>
    <dgm:pt modelId="{E77675DF-792D-483A-9AF2-858636C2A6BE}" type="sibTrans" cxnId="{C278B691-0D64-44F1-9912-3574483B676B}">
      <dgm:prSet/>
      <dgm:spPr/>
      <dgm:t>
        <a:bodyPr/>
        <a:lstStyle/>
        <a:p>
          <a:endParaRPr lang="en-US"/>
        </a:p>
      </dgm:t>
    </dgm:pt>
    <dgm:pt modelId="{68D24DFD-BC8A-43DD-BF2B-966E567F6321}">
      <dgm:prSet/>
      <dgm:spPr/>
      <dgm:t>
        <a:bodyPr/>
        <a:lstStyle/>
        <a:p>
          <a:r>
            <a:rPr lang="en-US"/>
            <a:t>Change parameters</a:t>
          </a:r>
        </a:p>
      </dgm:t>
    </dgm:pt>
    <dgm:pt modelId="{A3E071BB-E270-4840-A2F5-664E84C5F322}" type="parTrans" cxnId="{CDFA43DD-48D0-47FC-92D1-BB2BB44DE0BE}">
      <dgm:prSet/>
      <dgm:spPr/>
      <dgm:t>
        <a:bodyPr/>
        <a:lstStyle/>
        <a:p>
          <a:endParaRPr lang="en-US"/>
        </a:p>
      </dgm:t>
    </dgm:pt>
    <dgm:pt modelId="{1B36E63C-A531-4671-A638-F88C590B1A3A}" type="sibTrans" cxnId="{CDFA43DD-48D0-47FC-92D1-BB2BB44DE0BE}">
      <dgm:prSet/>
      <dgm:spPr/>
      <dgm:t>
        <a:bodyPr/>
        <a:lstStyle/>
        <a:p>
          <a:endParaRPr lang="en-US"/>
        </a:p>
      </dgm:t>
    </dgm:pt>
    <dgm:pt modelId="{13A14C93-E34A-441F-BFA6-7A41DA7D2AAE}">
      <dgm:prSet/>
      <dgm:spPr/>
      <dgm:t>
        <a:bodyPr/>
        <a:lstStyle/>
        <a:p>
          <a:r>
            <a:rPr lang="en-US" dirty="0"/>
            <a:t>Edit mapping</a:t>
          </a:r>
        </a:p>
      </dgm:t>
    </dgm:pt>
    <dgm:pt modelId="{158CC010-55D3-4EB1-A99D-132D98163F31}" type="parTrans" cxnId="{BFD067D2-7420-44CB-AA08-62E9DE3FE73E}">
      <dgm:prSet/>
      <dgm:spPr/>
      <dgm:t>
        <a:bodyPr/>
        <a:lstStyle/>
        <a:p>
          <a:endParaRPr lang="en-US"/>
        </a:p>
      </dgm:t>
    </dgm:pt>
    <dgm:pt modelId="{1C39D321-1F1C-4D47-9267-EDA76780BCD1}" type="sibTrans" cxnId="{BFD067D2-7420-44CB-AA08-62E9DE3FE73E}">
      <dgm:prSet/>
      <dgm:spPr/>
      <dgm:t>
        <a:bodyPr/>
        <a:lstStyle/>
        <a:p>
          <a:endParaRPr lang="en-US"/>
        </a:p>
      </dgm:t>
    </dgm:pt>
    <dgm:pt modelId="{3E88456C-722A-471E-B30C-2B476522D18D}">
      <dgm:prSet/>
      <dgm:spPr/>
      <dgm:t>
        <a:bodyPr/>
        <a:lstStyle/>
        <a:p>
          <a:r>
            <a:rPr lang="en-US"/>
            <a:t>Edit I/O and O/O mapping for each transformer</a:t>
          </a:r>
        </a:p>
      </dgm:t>
    </dgm:pt>
    <dgm:pt modelId="{19A3B0F7-1A28-41C7-A5DC-C5FE92D56584}" type="parTrans" cxnId="{3C24B801-B624-47F9-8AB3-A0430AE7F20C}">
      <dgm:prSet/>
      <dgm:spPr/>
      <dgm:t>
        <a:bodyPr/>
        <a:lstStyle/>
        <a:p>
          <a:endParaRPr lang="en-US"/>
        </a:p>
      </dgm:t>
    </dgm:pt>
    <dgm:pt modelId="{36AE6E6E-A9B1-4885-8C43-50DD06C7D0DE}" type="sibTrans" cxnId="{3C24B801-B624-47F9-8AB3-A0430AE7F20C}">
      <dgm:prSet/>
      <dgm:spPr/>
      <dgm:t>
        <a:bodyPr/>
        <a:lstStyle/>
        <a:p>
          <a:endParaRPr lang="en-US"/>
        </a:p>
      </dgm:t>
    </dgm:pt>
    <dgm:pt modelId="{627056BF-683F-4018-AE0D-9E9E2BD37EA2}">
      <dgm:prSet/>
      <dgm:spPr/>
      <dgm:t>
        <a:bodyPr/>
        <a:lstStyle/>
        <a:p>
          <a:r>
            <a:rPr lang="en-US" dirty="0"/>
            <a:t>Select test feed</a:t>
          </a:r>
        </a:p>
      </dgm:t>
    </dgm:pt>
    <dgm:pt modelId="{9271BBCB-1B74-455A-970D-59CFAE509391}" type="parTrans" cxnId="{81E5BC57-E5A0-4A3E-BF3E-B16494E59F2A}">
      <dgm:prSet/>
      <dgm:spPr/>
      <dgm:t>
        <a:bodyPr/>
        <a:lstStyle/>
        <a:p>
          <a:endParaRPr lang="en-US"/>
        </a:p>
      </dgm:t>
    </dgm:pt>
    <dgm:pt modelId="{2F7B3814-2A0A-49E4-8DCA-7B3005052D2C}" type="sibTrans" cxnId="{81E5BC57-E5A0-4A3E-BF3E-B16494E59F2A}">
      <dgm:prSet/>
      <dgm:spPr/>
      <dgm:t>
        <a:bodyPr/>
        <a:lstStyle/>
        <a:p>
          <a:endParaRPr lang="en-US"/>
        </a:p>
      </dgm:t>
    </dgm:pt>
    <dgm:pt modelId="{B806317C-042A-44C2-A55E-0C44CE969E70}">
      <dgm:prSet/>
      <dgm:spPr/>
      <dgm:t>
        <a:bodyPr/>
        <a:lstStyle/>
        <a:p>
          <a:r>
            <a:rPr lang="en-US"/>
            <a:t>Select test feed </a:t>
          </a:r>
        </a:p>
      </dgm:t>
    </dgm:pt>
    <dgm:pt modelId="{FBD5149B-E719-472D-95E0-AE125217602E}" type="parTrans" cxnId="{5B4B00BF-B870-4A7D-AE3E-35C49C77969C}">
      <dgm:prSet/>
      <dgm:spPr/>
      <dgm:t>
        <a:bodyPr/>
        <a:lstStyle/>
        <a:p>
          <a:endParaRPr lang="en-US"/>
        </a:p>
      </dgm:t>
    </dgm:pt>
    <dgm:pt modelId="{4DF124D3-E2C5-4FDA-A71A-FB2E34A55A59}" type="sibTrans" cxnId="{5B4B00BF-B870-4A7D-AE3E-35C49C77969C}">
      <dgm:prSet/>
      <dgm:spPr/>
      <dgm:t>
        <a:bodyPr/>
        <a:lstStyle/>
        <a:p>
          <a:endParaRPr lang="en-US"/>
        </a:p>
      </dgm:t>
    </dgm:pt>
    <dgm:pt modelId="{76BD3C8F-870F-4CAA-A465-CFDEA9B5673C}">
      <dgm:prSet/>
      <dgm:spPr/>
      <dgm:t>
        <a:bodyPr/>
        <a:lstStyle/>
        <a:p>
          <a:r>
            <a:rPr lang="en-US" dirty="0"/>
            <a:t>Generate preview</a:t>
          </a:r>
        </a:p>
      </dgm:t>
    </dgm:pt>
    <dgm:pt modelId="{C984E59C-767F-4B15-8663-C42597369CBF}" type="parTrans" cxnId="{DAE7705B-8703-4523-8A8F-8A6204AA0A23}">
      <dgm:prSet/>
      <dgm:spPr/>
      <dgm:t>
        <a:bodyPr/>
        <a:lstStyle/>
        <a:p>
          <a:endParaRPr lang="en-US"/>
        </a:p>
      </dgm:t>
    </dgm:pt>
    <dgm:pt modelId="{95ADFA5C-9E7E-4E2E-BE1A-06E7B9EFF6D0}" type="sibTrans" cxnId="{DAE7705B-8703-4523-8A8F-8A6204AA0A23}">
      <dgm:prSet/>
      <dgm:spPr/>
      <dgm:t>
        <a:bodyPr/>
        <a:lstStyle/>
        <a:p>
          <a:endParaRPr lang="en-US"/>
        </a:p>
      </dgm:t>
    </dgm:pt>
    <dgm:pt modelId="{1A578558-8C74-42C4-BD0D-59E65CDD1F41}">
      <dgm:prSet/>
      <dgm:spPr/>
      <dgm:t>
        <a:bodyPr/>
        <a:lstStyle/>
        <a:p>
          <a:r>
            <a:rPr lang="en-US"/>
            <a:t>Generate preview if cost under credit </a:t>
          </a:r>
        </a:p>
      </dgm:t>
    </dgm:pt>
    <dgm:pt modelId="{B30921B5-A26E-4BCF-9FA5-D256834B905A}" type="parTrans" cxnId="{E9097ED5-930B-4F7A-8184-5BCDF27D9BC4}">
      <dgm:prSet/>
      <dgm:spPr/>
      <dgm:t>
        <a:bodyPr/>
        <a:lstStyle/>
        <a:p>
          <a:endParaRPr lang="en-US"/>
        </a:p>
      </dgm:t>
    </dgm:pt>
    <dgm:pt modelId="{2B002174-F004-4E66-91FF-60AC898A627D}" type="sibTrans" cxnId="{E9097ED5-930B-4F7A-8184-5BCDF27D9BC4}">
      <dgm:prSet/>
      <dgm:spPr/>
      <dgm:t>
        <a:bodyPr/>
        <a:lstStyle/>
        <a:p>
          <a:endParaRPr lang="en-US"/>
        </a:p>
      </dgm:t>
    </dgm:pt>
    <dgm:pt modelId="{A20D145E-3D77-4A0B-B06F-D1A10F916BC7}">
      <dgm:prSet/>
      <dgm:spPr/>
      <dgm:t>
        <a:bodyPr/>
        <a:lstStyle/>
        <a:p>
          <a:r>
            <a:rPr lang="en-US" dirty="0"/>
            <a:t>Publish</a:t>
          </a:r>
        </a:p>
      </dgm:t>
    </dgm:pt>
    <dgm:pt modelId="{624ECEDD-8DA1-45FC-9292-D81C7B4D8D8E}" type="parTrans" cxnId="{59C392A9-3BB9-4F86-9DD0-01B7070ADF96}">
      <dgm:prSet/>
      <dgm:spPr/>
      <dgm:t>
        <a:bodyPr/>
        <a:lstStyle/>
        <a:p>
          <a:endParaRPr lang="en-US"/>
        </a:p>
      </dgm:t>
    </dgm:pt>
    <dgm:pt modelId="{9C58F006-2374-40E6-B0D7-9179740A2CAF}" type="sibTrans" cxnId="{59C392A9-3BB9-4F86-9DD0-01B7070ADF96}">
      <dgm:prSet/>
      <dgm:spPr/>
      <dgm:t>
        <a:bodyPr/>
        <a:lstStyle/>
        <a:p>
          <a:endParaRPr lang="en-US"/>
        </a:p>
      </dgm:t>
    </dgm:pt>
    <dgm:pt modelId="{4AA68673-38AD-4A93-81B2-6793E2BF4011}">
      <dgm:prSet/>
      <dgm:spPr/>
      <dgm:t>
        <a:bodyPr/>
        <a:lstStyle/>
        <a:p>
          <a:r>
            <a:rPr lang="en-US"/>
            <a:t>Fill transformer attributes (name, description visibility) and publish</a:t>
          </a:r>
        </a:p>
      </dgm:t>
    </dgm:pt>
    <dgm:pt modelId="{9ED5590E-DEE2-4180-AB41-B44E76D2C125}" type="parTrans" cxnId="{2E8318F8-506F-4CDB-9A45-C288C11C0A0C}">
      <dgm:prSet/>
      <dgm:spPr/>
      <dgm:t>
        <a:bodyPr/>
        <a:lstStyle/>
        <a:p>
          <a:endParaRPr lang="en-US"/>
        </a:p>
      </dgm:t>
    </dgm:pt>
    <dgm:pt modelId="{15CE6F40-DB02-4609-B0EB-5E35BB0D016E}" type="sibTrans" cxnId="{2E8318F8-506F-4CDB-9A45-C288C11C0A0C}">
      <dgm:prSet/>
      <dgm:spPr/>
      <dgm:t>
        <a:bodyPr/>
        <a:lstStyle/>
        <a:p>
          <a:endParaRPr lang="en-US"/>
        </a:p>
      </dgm:t>
    </dgm:pt>
    <dgm:pt modelId="{2924B1B8-CE64-4DA6-AD4E-DC3D9C6B907C}">
      <dgm:prSet/>
      <dgm:spPr/>
      <dgm:t>
        <a:bodyPr/>
        <a:lstStyle/>
        <a:p>
          <a:r>
            <a:rPr lang="en-US" dirty="0"/>
            <a:t>Order chain</a:t>
          </a:r>
        </a:p>
      </dgm:t>
    </dgm:pt>
    <dgm:pt modelId="{D1EBCDD2-7AAE-4967-A160-1B42C3DA6EAA}" type="parTrans" cxnId="{C0D4453E-6259-4DE5-80C1-3282226BE3A5}">
      <dgm:prSet/>
      <dgm:spPr/>
      <dgm:t>
        <a:bodyPr/>
        <a:lstStyle/>
        <a:p>
          <a:endParaRPr lang="en-IL"/>
        </a:p>
      </dgm:t>
    </dgm:pt>
    <dgm:pt modelId="{C483667F-4017-4B64-AF03-67732575B814}" type="sibTrans" cxnId="{C0D4453E-6259-4DE5-80C1-3282226BE3A5}">
      <dgm:prSet/>
      <dgm:spPr/>
      <dgm:t>
        <a:bodyPr/>
        <a:lstStyle/>
        <a:p>
          <a:endParaRPr lang="en-IL"/>
        </a:p>
      </dgm:t>
    </dgm:pt>
    <dgm:pt modelId="{D880A912-C73C-4DE3-84E1-0D60373B2B81}">
      <dgm:prSet/>
      <dgm:spPr/>
      <dgm:t>
        <a:bodyPr/>
        <a:lstStyle/>
        <a:p>
          <a:r>
            <a:rPr lang="en-US" dirty="0"/>
            <a:t>Order according to desired chain order</a:t>
          </a:r>
        </a:p>
      </dgm:t>
    </dgm:pt>
    <dgm:pt modelId="{0B9A70C8-3550-49AD-9018-3296AE8DB2D8}" type="parTrans" cxnId="{EF25C3B6-7524-44A7-9A76-CE415904325E}">
      <dgm:prSet/>
      <dgm:spPr/>
      <dgm:t>
        <a:bodyPr/>
        <a:lstStyle/>
        <a:p>
          <a:endParaRPr lang="en-IL"/>
        </a:p>
      </dgm:t>
    </dgm:pt>
    <dgm:pt modelId="{B824BE8F-4D29-4515-8D19-62150AA264F2}" type="sibTrans" cxnId="{EF25C3B6-7524-44A7-9A76-CE415904325E}">
      <dgm:prSet/>
      <dgm:spPr/>
      <dgm:t>
        <a:bodyPr/>
        <a:lstStyle/>
        <a:p>
          <a:endParaRPr lang="en-IL"/>
        </a:p>
      </dgm:t>
    </dgm:pt>
    <dgm:pt modelId="{95E3BADB-97A6-4191-A66F-8CCC8426EEC4}" type="pres">
      <dgm:prSet presAssocID="{D1BFC5BF-0702-4D79-89CC-AE5A8A69DAEB}" presName="Name0" presStyleCnt="0">
        <dgm:presLayoutVars>
          <dgm:dir/>
          <dgm:animLvl val="lvl"/>
          <dgm:resizeHandles val="exact"/>
        </dgm:presLayoutVars>
      </dgm:prSet>
      <dgm:spPr/>
    </dgm:pt>
    <dgm:pt modelId="{29FAFB19-4E06-458E-9BCD-4FB78D07521E}" type="pres">
      <dgm:prSet presAssocID="{A20D145E-3D77-4A0B-B06F-D1A10F916BC7}" presName="boxAndChildren" presStyleCnt="0"/>
      <dgm:spPr/>
    </dgm:pt>
    <dgm:pt modelId="{B7AC2912-3902-466A-ACB0-53AFA101A8CD}" type="pres">
      <dgm:prSet presAssocID="{A20D145E-3D77-4A0B-B06F-D1A10F916BC7}" presName="parentTextBox" presStyleLbl="alignNode1" presStyleIdx="0" presStyleCnt="7"/>
      <dgm:spPr/>
    </dgm:pt>
    <dgm:pt modelId="{B6E9102A-0BD9-431E-97CB-73EB1DA4B16B}" type="pres">
      <dgm:prSet presAssocID="{A20D145E-3D77-4A0B-B06F-D1A10F916BC7}" presName="descendantBox" presStyleLbl="bgAccFollowNode1" presStyleIdx="0" presStyleCnt="7"/>
      <dgm:spPr/>
    </dgm:pt>
    <dgm:pt modelId="{9A6BD8D8-0845-44CF-91B3-DD25BD5BDB50}" type="pres">
      <dgm:prSet presAssocID="{95ADFA5C-9E7E-4E2E-BE1A-06E7B9EFF6D0}" presName="sp" presStyleCnt="0"/>
      <dgm:spPr/>
    </dgm:pt>
    <dgm:pt modelId="{74A306EB-D383-403A-BA5D-E116B8CAA66D}" type="pres">
      <dgm:prSet presAssocID="{76BD3C8F-870F-4CAA-A465-CFDEA9B5673C}" presName="arrowAndChildren" presStyleCnt="0"/>
      <dgm:spPr/>
    </dgm:pt>
    <dgm:pt modelId="{04CD40AD-B9FF-414A-A318-64DFF6B59921}" type="pres">
      <dgm:prSet presAssocID="{76BD3C8F-870F-4CAA-A465-CFDEA9B5673C}" presName="parentTextArrow" presStyleLbl="node1" presStyleIdx="0" presStyleCnt="0"/>
      <dgm:spPr/>
    </dgm:pt>
    <dgm:pt modelId="{6FD9B48F-4905-44EB-92B6-20F266F35DDF}" type="pres">
      <dgm:prSet presAssocID="{76BD3C8F-870F-4CAA-A465-CFDEA9B5673C}" presName="arrow" presStyleLbl="alignNode1" presStyleIdx="1" presStyleCnt="7"/>
      <dgm:spPr/>
    </dgm:pt>
    <dgm:pt modelId="{C04DFB78-735A-4FF4-B9B2-0F4BEB5811EF}" type="pres">
      <dgm:prSet presAssocID="{76BD3C8F-870F-4CAA-A465-CFDEA9B5673C}" presName="descendantArrow" presStyleLbl="bgAccFollowNode1" presStyleIdx="1" presStyleCnt="7"/>
      <dgm:spPr/>
    </dgm:pt>
    <dgm:pt modelId="{9A7F4BB2-4B03-44F9-87AF-FE9B2810F8F0}" type="pres">
      <dgm:prSet presAssocID="{2F7B3814-2A0A-49E4-8DCA-7B3005052D2C}" presName="sp" presStyleCnt="0"/>
      <dgm:spPr/>
    </dgm:pt>
    <dgm:pt modelId="{6E3E7409-DD17-47B2-A582-DAED8152A0AA}" type="pres">
      <dgm:prSet presAssocID="{627056BF-683F-4018-AE0D-9E9E2BD37EA2}" presName="arrowAndChildren" presStyleCnt="0"/>
      <dgm:spPr/>
    </dgm:pt>
    <dgm:pt modelId="{6F0E3CB7-36E7-4929-953B-1EE7C7EB884F}" type="pres">
      <dgm:prSet presAssocID="{627056BF-683F-4018-AE0D-9E9E2BD37EA2}" presName="parentTextArrow" presStyleLbl="node1" presStyleIdx="0" presStyleCnt="0"/>
      <dgm:spPr/>
    </dgm:pt>
    <dgm:pt modelId="{46806410-4F80-4BB6-B6DB-8B57A74AF61D}" type="pres">
      <dgm:prSet presAssocID="{627056BF-683F-4018-AE0D-9E9E2BD37EA2}" presName="arrow" presStyleLbl="alignNode1" presStyleIdx="2" presStyleCnt="7"/>
      <dgm:spPr/>
    </dgm:pt>
    <dgm:pt modelId="{EFDDF0DC-FC7A-41F8-98DC-561066345142}" type="pres">
      <dgm:prSet presAssocID="{627056BF-683F-4018-AE0D-9E9E2BD37EA2}" presName="descendantArrow" presStyleLbl="bgAccFollowNode1" presStyleIdx="2" presStyleCnt="7"/>
      <dgm:spPr/>
    </dgm:pt>
    <dgm:pt modelId="{C01FA2D4-E750-47B3-8751-29CC6E033019}" type="pres">
      <dgm:prSet presAssocID="{1C39D321-1F1C-4D47-9267-EDA76780BCD1}" presName="sp" presStyleCnt="0"/>
      <dgm:spPr/>
    </dgm:pt>
    <dgm:pt modelId="{BFD9405B-CF64-4D35-962D-89252577DA0C}" type="pres">
      <dgm:prSet presAssocID="{13A14C93-E34A-441F-BFA6-7A41DA7D2AAE}" presName="arrowAndChildren" presStyleCnt="0"/>
      <dgm:spPr/>
    </dgm:pt>
    <dgm:pt modelId="{74199D28-1B29-44A0-811F-3AA43711B5C6}" type="pres">
      <dgm:prSet presAssocID="{13A14C93-E34A-441F-BFA6-7A41DA7D2AAE}" presName="parentTextArrow" presStyleLbl="node1" presStyleIdx="0" presStyleCnt="0"/>
      <dgm:spPr/>
    </dgm:pt>
    <dgm:pt modelId="{DC4C84CC-882C-402E-A37B-41512725109E}" type="pres">
      <dgm:prSet presAssocID="{13A14C93-E34A-441F-BFA6-7A41DA7D2AAE}" presName="arrow" presStyleLbl="alignNode1" presStyleIdx="3" presStyleCnt="7"/>
      <dgm:spPr/>
    </dgm:pt>
    <dgm:pt modelId="{58C92A45-A639-4C53-97FA-321096C4D1D6}" type="pres">
      <dgm:prSet presAssocID="{13A14C93-E34A-441F-BFA6-7A41DA7D2AAE}" presName="descendantArrow" presStyleLbl="bgAccFollowNode1" presStyleIdx="3" presStyleCnt="7"/>
      <dgm:spPr/>
    </dgm:pt>
    <dgm:pt modelId="{B73AA670-5ED1-4975-8594-C08FACD3015F}" type="pres">
      <dgm:prSet presAssocID="{E77675DF-792D-483A-9AF2-858636C2A6BE}" presName="sp" presStyleCnt="0"/>
      <dgm:spPr/>
    </dgm:pt>
    <dgm:pt modelId="{64B92A51-E228-4F2B-9CDE-80CCA5027468}" type="pres">
      <dgm:prSet presAssocID="{DF86AE5D-242D-4CFD-B128-693A2BCAFBD2}" presName="arrowAndChildren" presStyleCnt="0"/>
      <dgm:spPr/>
    </dgm:pt>
    <dgm:pt modelId="{5257149D-65D8-4779-B420-FD8E8B365D82}" type="pres">
      <dgm:prSet presAssocID="{DF86AE5D-242D-4CFD-B128-693A2BCAFBD2}" presName="parentTextArrow" presStyleLbl="node1" presStyleIdx="0" presStyleCnt="0"/>
      <dgm:spPr/>
    </dgm:pt>
    <dgm:pt modelId="{6B202835-D485-4D93-8D94-2B8968D3220E}" type="pres">
      <dgm:prSet presAssocID="{DF86AE5D-242D-4CFD-B128-693A2BCAFBD2}" presName="arrow" presStyleLbl="alignNode1" presStyleIdx="4" presStyleCnt="7"/>
      <dgm:spPr/>
    </dgm:pt>
    <dgm:pt modelId="{30876283-5D6A-43CA-AE67-35C2B3622498}" type="pres">
      <dgm:prSet presAssocID="{DF86AE5D-242D-4CFD-B128-693A2BCAFBD2}" presName="descendantArrow" presStyleLbl="bgAccFollowNode1" presStyleIdx="4" presStyleCnt="7"/>
      <dgm:spPr/>
    </dgm:pt>
    <dgm:pt modelId="{AD2F9676-F5E4-4013-90E1-26D56F5F4703}" type="pres">
      <dgm:prSet presAssocID="{C483667F-4017-4B64-AF03-67732575B814}" presName="sp" presStyleCnt="0"/>
      <dgm:spPr/>
    </dgm:pt>
    <dgm:pt modelId="{04AA0913-ED6A-4009-87AD-2AAE2C51B681}" type="pres">
      <dgm:prSet presAssocID="{2924B1B8-CE64-4DA6-AD4E-DC3D9C6B907C}" presName="arrowAndChildren" presStyleCnt="0"/>
      <dgm:spPr/>
    </dgm:pt>
    <dgm:pt modelId="{814D8851-AEA6-4C83-A3DE-AAE000DE68BA}" type="pres">
      <dgm:prSet presAssocID="{2924B1B8-CE64-4DA6-AD4E-DC3D9C6B907C}" presName="parentTextArrow" presStyleLbl="node1" presStyleIdx="0" presStyleCnt="0"/>
      <dgm:spPr/>
    </dgm:pt>
    <dgm:pt modelId="{C9D351D4-0E67-4BAA-88F7-90C67E968A9E}" type="pres">
      <dgm:prSet presAssocID="{2924B1B8-CE64-4DA6-AD4E-DC3D9C6B907C}" presName="arrow" presStyleLbl="alignNode1" presStyleIdx="5" presStyleCnt="7"/>
      <dgm:spPr/>
    </dgm:pt>
    <dgm:pt modelId="{939F268B-461E-48E2-AD20-D0D7793A0BB7}" type="pres">
      <dgm:prSet presAssocID="{2924B1B8-CE64-4DA6-AD4E-DC3D9C6B907C}" presName="descendantArrow" presStyleLbl="bgAccFollowNode1" presStyleIdx="5" presStyleCnt="7"/>
      <dgm:spPr/>
    </dgm:pt>
    <dgm:pt modelId="{35A73490-E5A3-4FF8-A794-C2B61208ACE5}" type="pres">
      <dgm:prSet presAssocID="{DCE7A31A-0D2E-4237-B556-118279D19AC3}" presName="sp" presStyleCnt="0"/>
      <dgm:spPr/>
    </dgm:pt>
    <dgm:pt modelId="{B5F53074-8F0D-41E9-9775-9033360BACFC}" type="pres">
      <dgm:prSet presAssocID="{D6BB691C-4C2F-47E1-869E-3FC4282CFE1C}" presName="arrowAndChildren" presStyleCnt="0"/>
      <dgm:spPr/>
    </dgm:pt>
    <dgm:pt modelId="{961CC777-1981-4963-9699-6657E3469D8A}" type="pres">
      <dgm:prSet presAssocID="{D6BB691C-4C2F-47E1-869E-3FC4282CFE1C}" presName="parentTextArrow" presStyleLbl="node1" presStyleIdx="0" presStyleCnt="0"/>
      <dgm:spPr/>
    </dgm:pt>
    <dgm:pt modelId="{BC44A305-15F9-40CE-8B5C-76C88DDB3FB1}" type="pres">
      <dgm:prSet presAssocID="{D6BB691C-4C2F-47E1-869E-3FC4282CFE1C}" presName="arrow" presStyleLbl="alignNode1" presStyleIdx="6" presStyleCnt="7"/>
      <dgm:spPr/>
    </dgm:pt>
    <dgm:pt modelId="{6499984A-DF4E-4B1F-BDFB-7C191F2FA773}" type="pres">
      <dgm:prSet presAssocID="{D6BB691C-4C2F-47E1-869E-3FC4282CFE1C}" presName="descendantArrow" presStyleLbl="bgAccFollowNode1" presStyleIdx="6" presStyleCnt="7"/>
      <dgm:spPr/>
    </dgm:pt>
  </dgm:ptLst>
  <dgm:cxnLst>
    <dgm:cxn modelId="{3C24B801-B624-47F9-8AB3-A0430AE7F20C}" srcId="{13A14C93-E34A-441F-BFA6-7A41DA7D2AAE}" destId="{3E88456C-722A-471E-B30C-2B476522D18D}" srcOrd="0" destOrd="0" parTransId="{19A3B0F7-1A28-41C7-A5DC-C5FE92D56584}" sibTransId="{36AE6E6E-A9B1-4885-8C43-50DD06C7D0DE}"/>
    <dgm:cxn modelId="{F101CD02-79B5-4433-A6E4-CD3F3751A4D5}" type="presOf" srcId="{A20D145E-3D77-4A0B-B06F-D1A10F916BC7}" destId="{B7AC2912-3902-466A-ACB0-53AFA101A8CD}" srcOrd="0" destOrd="0" presId="urn:microsoft.com/office/officeart/2016/7/layout/VerticalDownArrowProcess"/>
    <dgm:cxn modelId="{A7E83703-1819-44FF-AB8C-ADA2E9DC1B5C}" type="presOf" srcId="{DF86AE5D-242D-4CFD-B128-693A2BCAFBD2}" destId="{6B202835-D485-4D93-8D94-2B8968D3220E}" srcOrd="1" destOrd="0" presId="urn:microsoft.com/office/officeart/2016/7/layout/VerticalDownArrowProcess"/>
    <dgm:cxn modelId="{90F89613-3972-4EC0-83F1-9C04E627AFAA}" type="presOf" srcId="{D6BB691C-4C2F-47E1-869E-3FC4282CFE1C}" destId="{961CC777-1981-4963-9699-6657E3469D8A}" srcOrd="0" destOrd="0" presId="urn:microsoft.com/office/officeart/2016/7/layout/VerticalDownArrowProcess"/>
    <dgm:cxn modelId="{C85E081C-78FD-4130-AA32-DA59991D160D}" type="presOf" srcId="{D6BB691C-4C2F-47E1-869E-3FC4282CFE1C}" destId="{BC44A305-15F9-40CE-8B5C-76C88DDB3FB1}" srcOrd="1" destOrd="0" presId="urn:microsoft.com/office/officeart/2016/7/layout/VerticalDownArrowProcess"/>
    <dgm:cxn modelId="{C0D4453E-6259-4DE5-80C1-3282226BE3A5}" srcId="{D1BFC5BF-0702-4D79-89CC-AE5A8A69DAEB}" destId="{2924B1B8-CE64-4DA6-AD4E-DC3D9C6B907C}" srcOrd="1" destOrd="0" parTransId="{D1EBCDD2-7AAE-4967-A160-1B42C3DA6EAA}" sibTransId="{C483667F-4017-4B64-AF03-67732575B814}"/>
    <dgm:cxn modelId="{21D4633F-B3F6-449F-A365-F0A038DD6FB6}" srcId="{D1BFC5BF-0702-4D79-89CC-AE5A8A69DAEB}" destId="{D6BB691C-4C2F-47E1-869E-3FC4282CFE1C}" srcOrd="0" destOrd="0" parTransId="{A04CA5C8-542C-4733-991A-2BA26227A947}" sibTransId="{DCE7A31A-0D2E-4237-B556-118279D19AC3}"/>
    <dgm:cxn modelId="{DAE7705B-8703-4523-8A8F-8A6204AA0A23}" srcId="{D1BFC5BF-0702-4D79-89CC-AE5A8A69DAEB}" destId="{76BD3C8F-870F-4CAA-A465-CFDEA9B5673C}" srcOrd="5" destOrd="0" parTransId="{C984E59C-767F-4B15-8663-C42597369CBF}" sibTransId="{95ADFA5C-9E7E-4E2E-BE1A-06E7B9EFF6D0}"/>
    <dgm:cxn modelId="{310C1560-3BCD-4444-8838-8CE712358E13}" type="presOf" srcId="{B806317C-042A-44C2-A55E-0C44CE969E70}" destId="{EFDDF0DC-FC7A-41F8-98DC-561066345142}" srcOrd="0" destOrd="0" presId="urn:microsoft.com/office/officeart/2016/7/layout/VerticalDownArrowProcess"/>
    <dgm:cxn modelId="{6954F368-E063-4543-8971-B19D32782FCE}" type="presOf" srcId="{1A578558-8C74-42C4-BD0D-59E65CDD1F41}" destId="{C04DFB78-735A-4FF4-B9B2-0F4BEB5811EF}" srcOrd="0" destOrd="0" presId="urn:microsoft.com/office/officeart/2016/7/layout/VerticalDownArrowProcess"/>
    <dgm:cxn modelId="{D5C03F56-FC12-40BC-AE1D-A0C2791BF798}" type="presOf" srcId="{2924B1B8-CE64-4DA6-AD4E-DC3D9C6B907C}" destId="{C9D351D4-0E67-4BAA-88F7-90C67E968A9E}" srcOrd="1" destOrd="0" presId="urn:microsoft.com/office/officeart/2016/7/layout/VerticalDownArrowProcess"/>
    <dgm:cxn modelId="{81E5BC57-E5A0-4A3E-BF3E-B16494E59F2A}" srcId="{D1BFC5BF-0702-4D79-89CC-AE5A8A69DAEB}" destId="{627056BF-683F-4018-AE0D-9E9E2BD37EA2}" srcOrd="4" destOrd="0" parTransId="{9271BBCB-1B74-455A-970D-59CFAE509391}" sibTransId="{2F7B3814-2A0A-49E4-8DCA-7B3005052D2C}"/>
    <dgm:cxn modelId="{4802F47C-612D-4DB7-B6E8-7A188CD196A2}" srcId="{D6BB691C-4C2F-47E1-869E-3FC4282CFE1C}" destId="{69809B93-0FAC-4C0F-8B35-FC46DD035771}" srcOrd="0" destOrd="0" parTransId="{E7888C91-7919-419E-8407-0C0967CDF147}" sibTransId="{1BFAA420-B0D7-4084-BFD4-2AE89A0375A4}"/>
    <dgm:cxn modelId="{CD8F917F-A8C4-4C84-89AF-D30167B06065}" type="presOf" srcId="{76BD3C8F-870F-4CAA-A465-CFDEA9B5673C}" destId="{6FD9B48F-4905-44EB-92B6-20F266F35DDF}" srcOrd="1" destOrd="0" presId="urn:microsoft.com/office/officeart/2016/7/layout/VerticalDownArrowProcess"/>
    <dgm:cxn modelId="{E9A50981-655B-491F-97C2-D9B02FFDB75E}" type="presOf" srcId="{627056BF-683F-4018-AE0D-9E9E2BD37EA2}" destId="{46806410-4F80-4BB6-B6DB-8B57A74AF61D}" srcOrd="1" destOrd="0" presId="urn:microsoft.com/office/officeart/2016/7/layout/VerticalDownArrowProcess"/>
    <dgm:cxn modelId="{6CE2FA86-C874-45E3-A2AA-A83B1938ECDF}" type="presOf" srcId="{4AA68673-38AD-4A93-81B2-6793E2BF4011}" destId="{B6E9102A-0BD9-431E-97CB-73EB1DA4B16B}" srcOrd="0" destOrd="0" presId="urn:microsoft.com/office/officeart/2016/7/layout/VerticalDownArrowProcess"/>
    <dgm:cxn modelId="{3826B48C-42A9-41B6-BC7A-97546F6DA6AA}" type="presOf" srcId="{76BD3C8F-870F-4CAA-A465-CFDEA9B5673C}" destId="{04CD40AD-B9FF-414A-A318-64DFF6B59921}" srcOrd="0" destOrd="0" presId="urn:microsoft.com/office/officeart/2016/7/layout/VerticalDownArrowProcess"/>
    <dgm:cxn modelId="{C278B691-0D64-44F1-9912-3574483B676B}" srcId="{D1BFC5BF-0702-4D79-89CC-AE5A8A69DAEB}" destId="{DF86AE5D-242D-4CFD-B128-693A2BCAFBD2}" srcOrd="2" destOrd="0" parTransId="{067304CA-3F2F-432D-98A6-4A59AF9C7871}" sibTransId="{E77675DF-792D-483A-9AF2-858636C2A6BE}"/>
    <dgm:cxn modelId="{CFE2C29D-CA9B-42A3-8402-98A4EE8BE6CE}" type="presOf" srcId="{DF86AE5D-242D-4CFD-B128-693A2BCAFBD2}" destId="{5257149D-65D8-4779-B420-FD8E8B365D82}" srcOrd="0" destOrd="0" presId="urn:microsoft.com/office/officeart/2016/7/layout/VerticalDownArrowProcess"/>
    <dgm:cxn modelId="{59C392A9-3BB9-4F86-9DD0-01B7070ADF96}" srcId="{D1BFC5BF-0702-4D79-89CC-AE5A8A69DAEB}" destId="{A20D145E-3D77-4A0B-B06F-D1A10F916BC7}" srcOrd="6" destOrd="0" parTransId="{624ECEDD-8DA1-45FC-9292-D81C7B4D8D8E}" sibTransId="{9C58F006-2374-40E6-B0D7-9179740A2CAF}"/>
    <dgm:cxn modelId="{4B1256AD-8A76-45AD-8087-3BA9C0A759E4}" type="presOf" srcId="{69809B93-0FAC-4C0F-8B35-FC46DD035771}" destId="{6499984A-DF4E-4B1F-BDFB-7C191F2FA773}" srcOrd="0" destOrd="0" presId="urn:microsoft.com/office/officeart/2016/7/layout/VerticalDownArrowProcess"/>
    <dgm:cxn modelId="{8FEB01B2-8C36-4CAE-90F8-9E4213DDF4AB}" type="presOf" srcId="{13A14C93-E34A-441F-BFA6-7A41DA7D2AAE}" destId="{DC4C84CC-882C-402E-A37B-41512725109E}" srcOrd="1" destOrd="0" presId="urn:microsoft.com/office/officeart/2016/7/layout/VerticalDownArrowProcess"/>
    <dgm:cxn modelId="{EF25C3B6-7524-44A7-9A76-CE415904325E}" srcId="{2924B1B8-CE64-4DA6-AD4E-DC3D9C6B907C}" destId="{D880A912-C73C-4DE3-84E1-0D60373B2B81}" srcOrd="0" destOrd="0" parTransId="{0B9A70C8-3550-49AD-9018-3296AE8DB2D8}" sibTransId="{B824BE8F-4D29-4515-8D19-62150AA264F2}"/>
    <dgm:cxn modelId="{30EF6EBD-158F-4C5F-8CF1-D0BBFAE9F989}" type="presOf" srcId="{D880A912-C73C-4DE3-84E1-0D60373B2B81}" destId="{939F268B-461E-48E2-AD20-D0D7793A0BB7}" srcOrd="0" destOrd="0" presId="urn:microsoft.com/office/officeart/2016/7/layout/VerticalDownArrowProcess"/>
    <dgm:cxn modelId="{5B4B00BF-B870-4A7D-AE3E-35C49C77969C}" srcId="{627056BF-683F-4018-AE0D-9E9E2BD37EA2}" destId="{B806317C-042A-44C2-A55E-0C44CE969E70}" srcOrd="0" destOrd="0" parTransId="{FBD5149B-E719-472D-95E0-AE125217602E}" sibTransId="{4DF124D3-E2C5-4FDA-A71A-FB2E34A55A59}"/>
    <dgm:cxn modelId="{DD17D3C4-24AA-42C5-AD1F-230760660581}" type="presOf" srcId="{D1BFC5BF-0702-4D79-89CC-AE5A8A69DAEB}" destId="{95E3BADB-97A6-4191-A66F-8CCC8426EEC4}" srcOrd="0" destOrd="0" presId="urn:microsoft.com/office/officeart/2016/7/layout/VerticalDownArrowProcess"/>
    <dgm:cxn modelId="{BFD067D2-7420-44CB-AA08-62E9DE3FE73E}" srcId="{D1BFC5BF-0702-4D79-89CC-AE5A8A69DAEB}" destId="{13A14C93-E34A-441F-BFA6-7A41DA7D2AAE}" srcOrd="3" destOrd="0" parTransId="{158CC010-55D3-4EB1-A99D-132D98163F31}" sibTransId="{1C39D321-1F1C-4D47-9267-EDA76780BCD1}"/>
    <dgm:cxn modelId="{6F82D1D4-9E61-43AB-932A-FC2A217824E8}" type="presOf" srcId="{68D24DFD-BC8A-43DD-BF2B-966E567F6321}" destId="{30876283-5D6A-43CA-AE67-35C2B3622498}" srcOrd="0" destOrd="0" presId="urn:microsoft.com/office/officeart/2016/7/layout/VerticalDownArrowProcess"/>
    <dgm:cxn modelId="{E9097ED5-930B-4F7A-8184-5BCDF27D9BC4}" srcId="{76BD3C8F-870F-4CAA-A465-CFDEA9B5673C}" destId="{1A578558-8C74-42C4-BD0D-59E65CDD1F41}" srcOrd="0" destOrd="0" parTransId="{B30921B5-A26E-4BCF-9FA5-D256834B905A}" sibTransId="{2B002174-F004-4E66-91FF-60AC898A627D}"/>
    <dgm:cxn modelId="{170161D6-1078-4AFE-9B55-7CB8384B90C5}" type="presOf" srcId="{627056BF-683F-4018-AE0D-9E9E2BD37EA2}" destId="{6F0E3CB7-36E7-4929-953B-1EE7C7EB884F}" srcOrd="0" destOrd="0" presId="urn:microsoft.com/office/officeart/2016/7/layout/VerticalDownArrowProcess"/>
    <dgm:cxn modelId="{CDFA43DD-48D0-47FC-92D1-BB2BB44DE0BE}" srcId="{DF86AE5D-242D-4CFD-B128-693A2BCAFBD2}" destId="{68D24DFD-BC8A-43DD-BF2B-966E567F6321}" srcOrd="0" destOrd="0" parTransId="{A3E071BB-E270-4840-A2F5-664E84C5F322}" sibTransId="{1B36E63C-A531-4671-A638-F88C590B1A3A}"/>
    <dgm:cxn modelId="{4F809CDE-5106-4B4D-BAFC-6FEFC962D49D}" type="presOf" srcId="{2924B1B8-CE64-4DA6-AD4E-DC3D9C6B907C}" destId="{814D8851-AEA6-4C83-A3DE-AAE000DE68BA}" srcOrd="0" destOrd="0" presId="urn:microsoft.com/office/officeart/2016/7/layout/VerticalDownArrowProcess"/>
    <dgm:cxn modelId="{1D2D2EE9-ADEF-4D1A-A600-A232B08FFB98}" type="presOf" srcId="{13A14C93-E34A-441F-BFA6-7A41DA7D2AAE}" destId="{74199D28-1B29-44A0-811F-3AA43711B5C6}" srcOrd="0" destOrd="0" presId="urn:microsoft.com/office/officeart/2016/7/layout/VerticalDownArrowProcess"/>
    <dgm:cxn modelId="{6511ECF7-2CAA-4FED-AC09-770C4132F356}" type="presOf" srcId="{3E88456C-722A-471E-B30C-2B476522D18D}" destId="{58C92A45-A639-4C53-97FA-321096C4D1D6}" srcOrd="0" destOrd="0" presId="urn:microsoft.com/office/officeart/2016/7/layout/VerticalDownArrowProcess"/>
    <dgm:cxn modelId="{2E8318F8-506F-4CDB-9A45-C288C11C0A0C}" srcId="{A20D145E-3D77-4A0B-B06F-D1A10F916BC7}" destId="{4AA68673-38AD-4A93-81B2-6793E2BF4011}" srcOrd="0" destOrd="0" parTransId="{9ED5590E-DEE2-4180-AB41-B44E76D2C125}" sibTransId="{15CE6F40-DB02-4609-B0EB-5E35BB0D016E}"/>
    <dgm:cxn modelId="{7AFB2A91-C33F-4B76-BAFE-7369BB496DC1}" type="presParOf" srcId="{95E3BADB-97A6-4191-A66F-8CCC8426EEC4}" destId="{29FAFB19-4E06-458E-9BCD-4FB78D07521E}" srcOrd="0" destOrd="0" presId="urn:microsoft.com/office/officeart/2016/7/layout/VerticalDownArrowProcess"/>
    <dgm:cxn modelId="{EAC548F4-73CA-4760-890B-0491BDBA4FAA}" type="presParOf" srcId="{29FAFB19-4E06-458E-9BCD-4FB78D07521E}" destId="{B7AC2912-3902-466A-ACB0-53AFA101A8CD}" srcOrd="0" destOrd="0" presId="urn:microsoft.com/office/officeart/2016/7/layout/VerticalDownArrowProcess"/>
    <dgm:cxn modelId="{00E27359-F00E-40DF-9AB1-4353982109DC}" type="presParOf" srcId="{29FAFB19-4E06-458E-9BCD-4FB78D07521E}" destId="{B6E9102A-0BD9-431E-97CB-73EB1DA4B16B}" srcOrd="1" destOrd="0" presId="urn:microsoft.com/office/officeart/2016/7/layout/VerticalDownArrowProcess"/>
    <dgm:cxn modelId="{B26DBD78-F1F8-4B07-908E-2D8DEB5A21A8}" type="presParOf" srcId="{95E3BADB-97A6-4191-A66F-8CCC8426EEC4}" destId="{9A6BD8D8-0845-44CF-91B3-DD25BD5BDB50}" srcOrd="1" destOrd="0" presId="urn:microsoft.com/office/officeart/2016/7/layout/VerticalDownArrowProcess"/>
    <dgm:cxn modelId="{5C481A4D-55F3-4BA5-B309-2C1EEA20ABC8}" type="presParOf" srcId="{95E3BADB-97A6-4191-A66F-8CCC8426EEC4}" destId="{74A306EB-D383-403A-BA5D-E116B8CAA66D}" srcOrd="2" destOrd="0" presId="urn:microsoft.com/office/officeart/2016/7/layout/VerticalDownArrowProcess"/>
    <dgm:cxn modelId="{080F1D10-37CF-4FB7-9C41-7F04D02A0AF7}" type="presParOf" srcId="{74A306EB-D383-403A-BA5D-E116B8CAA66D}" destId="{04CD40AD-B9FF-414A-A318-64DFF6B59921}" srcOrd="0" destOrd="0" presId="urn:microsoft.com/office/officeart/2016/7/layout/VerticalDownArrowProcess"/>
    <dgm:cxn modelId="{2F3DBC27-A712-408C-8E79-FBE38814E87A}" type="presParOf" srcId="{74A306EB-D383-403A-BA5D-E116B8CAA66D}" destId="{6FD9B48F-4905-44EB-92B6-20F266F35DDF}" srcOrd="1" destOrd="0" presId="urn:microsoft.com/office/officeart/2016/7/layout/VerticalDownArrowProcess"/>
    <dgm:cxn modelId="{3BAD23CB-9081-4E6F-BB70-ABBA7632291B}" type="presParOf" srcId="{74A306EB-D383-403A-BA5D-E116B8CAA66D}" destId="{C04DFB78-735A-4FF4-B9B2-0F4BEB5811EF}" srcOrd="2" destOrd="0" presId="urn:microsoft.com/office/officeart/2016/7/layout/VerticalDownArrowProcess"/>
    <dgm:cxn modelId="{FCB2EE08-8D20-4BF7-B9AD-E7AB91518F56}" type="presParOf" srcId="{95E3BADB-97A6-4191-A66F-8CCC8426EEC4}" destId="{9A7F4BB2-4B03-44F9-87AF-FE9B2810F8F0}" srcOrd="3" destOrd="0" presId="urn:microsoft.com/office/officeart/2016/7/layout/VerticalDownArrowProcess"/>
    <dgm:cxn modelId="{63DBF03C-AADD-47E3-AA72-2792697D63F5}" type="presParOf" srcId="{95E3BADB-97A6-4191-A66F-8CCC8426EEC4}" destId="{6E3E7409-DD17-47B2-A582-DAED8152A0AA}" srcOrd="4" destOrd="0" presId="urn:microsoft.com/office/officeart/2016/7/layout/VerticalDownArrowProcess"/>
    <dgm:cxn modelId="{98185DD1-D56E-4664-B3DD-ACFD86F04BE9}" type="presParOf" srcId="{6E3E7409-DD17-47B2-A582-DAED8152A0AA}" destId="{6F0E3CB7-36E7-4929-953B-1EE7C7EB884F}" srcOrd="0" destOrd="0" presId="urn:microsoft.com/office/officeart/2016/7/layout/VerticalDownArrowProcess"/>
    <dgm:cxn modelId="{6D4C7ACF-3305-4340-AE39-07B15E84230C}" type="presParOf" srcId="{6E3E7409-DD17-47B2-A582-DAED8152A0AA}" destId="{46806410-4F80-4BB6-B6DB-8B57A74AF61D}" srcOrd="1" destOrd="0" presId="urn:microsoft.com/office/officeart/2016/7/layout/VerticalDownArrowProcess"/>
    <dgm:cxn modelId="{F24EA43E-5425-42E1-8E5B-AD856FFD826B}" type="presParOf" srcId="{6E3E7409-DD17-47B2-A582-DAED8152A0AA}" destId="{EFDDF0DC-FC7A-41F8-98DC-561066345142}" srcOrd="2" destOrd="0" presId="urn:microsoft.com/office/officeart/2016/7/layout/VerticalDownArrowProcess"/>
    <dgm:cxn modelId="{6DAF4172-C755-49E6-A5D0-807CB2FCBF6F}" type="presParOf" srcId="{95E3BADB-97A6-4191-A66F-8CCC8426EEC4}" destId="{C01FA2D4-E750-47B3-8751-29CC6E033019}" srcOrd="5" destOrd="0" presId="urn:microsoft.com/office/officeart/2016/7/layout/VerticalDownArrowProcess"/>
    <dgm:cxn modelId="{CCA4D6D9-9FEF-437B-90B0-893F71E0EE58}" type="presParOf" srcId="{95E3BADB-97A6-4191-A66F-8CCC8426EEC4}" destId="{BFD9405B-CF64-4D35-962D-89252577DA0C}" srcOrd="6" destOrd="0" presId="urn:microsoft.com/office/officeart/2016/7/layout/VerticalDownArrowProcess"/>
    <dgm:cxn modelId="{DEC05794-8CCC-4801-8C9B-24AC765614C9}" type="presParOf" srcId="{BFD9405B-CF64-4D35-962D-89252577DA0C}" destId="{74199D28-1B29-44A0-811F-3AA43711B5C6}" srcOrd="0" destOrd="0" presId="urn:microsoft.com/office/officeart/2016/7/layout/VerticalDownArrowProcess"/>
    <dgm:cxn modelId="{05FAA235-8475-49F8-AC0F-0334C624CAA0}" type="presParOf" srcId="{BFD9405B-CF64-4D35-962D-89252577DA0C}" destId="{DC4C84CC-882C-402E-A37B-41512725109E}" srcOrd="1" destOrd="0" presId="urn:microsoft.com/office/officeart/2016/7/layout/VerticalDownArrowProcess"/>
    <dgm:cxn modelId="{5C9BDAE4-EC9C-4D10-B5C2-7316F1E63399}" type="presParOf" srcId="{BFD9405B-CF64-4D35-962D-89252577DA0C}" destId="{58C92A45-A639-4C53-97FA-321096C4D1D6}" srcOrd="2" destOrd="0" presId="urn:microsoft.com/office/officeart/2016/7/layout/VerticalDownArrowProcess"/>
    <dgm:cxn modelId="{BC82793D-03CA-4F63-AC0D-53D4A0D7B3F8}" type="presParOf" srcId="{95E3BADB-97A6-4191-A66F-8CCC8426EEC4}" destId="{B73AA670-5ED1-4975-8594-C08FACD3015F}" srcOrd="7" destOrd="0" presId="urn:microsoft.com/office/officeart/2016/7/layout/VerticalDownArrowProcess"/>
    <dgm:cxn modelId="{38D4FA62-5CCC-46E1-953A-ACBBD779FFDB}" type="presParOf" srcId="{95E3BADB-97A6-4191-A66F-8CCC8426EEC4}" destId="{64B92A51-E228-4F2B-9CDE-80CCA5027468}" srcOrd="8" destOrd="0" presId="urn:microsoft.com/office/officeart/2016/7/layout/VerticalDownArrowProcess"/>
    <dgm:cxn modelId="{8026FB74-12F2-4CDE-A82F-A484938FFB0F}" type="presParOf" srcId="{64B92A51-E228-4F2B-9CDE-80CCA5027468}" destId="{5257149D-65D8-4779-B420-FD8E8B365D82}" srcOrd="0" destOrd="0" presId="urn:microsoft.com/office/officeart/2016/7/layout/VerticalDownArrowProcess"/>
    <dgm:cxn modelId="{C8B49682-E8F6-406D-AC05-5B6421A4F6DF}" type="presParOf" srcId="{64B92A51-E228-4F2B-9CDE-80CCA5027468}" destId="{6B202835-D485-4D93-8D94-2B8968D3220E}" srcOrd="1" destOrd="0" presId="urn:microsoft.com/office/officeart/2016/7/layout/VerticalDownArrowProcess"/>
    <dgm:cxn modelId="{008CC4EC-1C4C-4D2D-811A-9D36F561A111}" type="presParOf" srcId="{64B92A51-E228-4F2B-9CDE-80CCA5027468}" destId="{30876283-5D6A-43CA-AE67-35C2B3622498}" srcOrd="2" destOrd="0" presId="urn:microsoft.com/office/officeart/2016/7/layout/VerticalDownArrowProcess"/>
    <dgm:cxn modelId="{CD1A31A7-79A5-48F4-AEDD-8363F8968742}" type="presParOf" srcId="{95E3BADB-97A6-4191-A66F-8CCC8426EEC4}" destId="{AD2F9676-F5E4-4013-90E1-26D56F5F4703}" srcOrd="9" destOrd="0" presId="urn:microsoft.com/office/officeart/2016/7/layout/VerticalDownArrowProcess"/>
    <dgm:cxn modelId="{ED077436-FDBB-4853-8429-4E1C7BF5A729}" type="presParOf" srcId="{95E3BADB-97A6-4191-A66F-8CCC8426EEC4}" destId="{04AA0913-ED6A-4009-87AD-2AAE2C51B681}" srcOrd="10" destOrd="0" presId="urn:microsoft.com/office/officeart/2016/7/layout/VerticalDownArrowProcess"/>
    <dgm:cxn modelId="{F8273124-BD8F-42DB-AAB7-2E15D47C1D44}" type="presParOf" srcId="{04AA0913-ED6A-4009-87AD-2AAE2C51B681}" destId="{814D8851-AEA6-4C83-A3DE-AAE000DE68BA}" srcOrd="0" destOrd="0" presId="urn:microsoft.com/office/officeart/2016/7/layout/VerticalDownArrowProcess"/>
    <dgm:cxn modelId="{C0B7AA3F-D35A-4529-AF48-CBDA7BC58AF9}" type="presParOf" srcId="{04AA0913-ED6A-4009-87AD-2AAE2C51B681}" destId="{C9D351D4-0E67-4BAA-88F7-90C67E968A9E}" srcOrd="1" destOrd="0" presId="urn:microsoft.com/office/officeart/2016/7/layout/VerticalDownArrowProcess"/>
    <dgm:cxn modelId="{CF85BF73-28EB-40F2-8FE5-57C24A987DC2}" type="presParOf" srcId="{04AA0913-ED6A-4009-87AD-2AAE2C51B681}" destId="{939F268B-461E-48E2-AD20-D0D7793A0BB7}" srcOrd="2" destOrd="0" presId="urn:microsoft.com/office/officeart/2016/7/layout/VerticalDownArrowProcess"/>
    <dgm:cxn modelId="{977E24C4-AD04-4C79-8E5E-C5118ED2EAC3}" type="presParOf" srcId="{95E3BADB-97A6-4191-A66F-8CCC8426EEC4}" destId="{35A73490-E5A3-4FF8-A794-C2B61208ACE5}" srcOrd="11" destOrd="0" presId="urn:microsoft.com/office/officeart/2016/7/layout/VerticalDownArrowProcess"/>
    <dgm:cxn modelId="{3A3DC545-1006-4EBF-A285-31C74074EE50}" type="presParOf" srcId="{95E3BADB-97A6-4191-A66F-8CCC8426EEC4}" destId="{B5F53074-8F0D-41E9-9775-9033360BACFC}" srcOrd="12" destOrd="0" presId="urn:microsoft.com/office/officeart/2016/7/layout/VerticalDownArrowProcess"/>
    <dgm:cxn modelId="{6C751DB4-0EAB-42D2-A15D-DCDD87619E56}" type="presParOf" srcId="{B5F53074-8F0D-41E9-9775-9033360BACFC}" destId="{961CC777-1981-4963-9699-6657E3469D8A}" srcOrd="0" destOrd="0" presId="urn:microsoft.com/office/officeart/2016/7/layout/VerticalDownArrowProcess"/>
    <dgm:cxn modelId="{6E7D106E-0420-4CD6-BE22-B2DAC220287B}" type="presParOf" srcId="{B5F53074-8F0D-41E9-9775-9033360BACFC}" destId="{BC44A305-15F9-40CE-8B5C-76C88DDB3FB1}" srcOrd="1" destOrd="0" presId="urn:microsoft.com/office/officeart/2016/7/layout/VerticalDownArrowProcess"/>
    <dgm:cxn modelId="{AE8EF6EE-461D-4E3D-AF64-2A78928395D6}" type="presParOf" srcId="{B5F53074-8F0D-41E9-9775-9033360BACFC}" destId="{6499984A-DF4E-4B1F-BDFB-7C191F2FA773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4027AAE-59C8-458A-88DD-A6611E1C8A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C9D216E-0189-47F6-89F0-0795EEDA144F}">
      <dgm:prSet/>
      <dgm:spPr/>
      <dgm:t>
        <a:bodyPr/>
        <a:lstStyle/>
        <a:p>
          <a:r>
            <a:rPr lang="en-US" dirty="0"/>
            <a:t>1.Login/Signup/Restore Password</a:t>
          </a:r>
        </a:p>
      </dgm:t>
    </dgm:pt>
    <dgm:pt modelId="{6229973A-969E-48AD-844E-2E26500E8C98}" type="parTrans" cxnId="{50A258E2-C2FA-4A9C-84D8-A1AE680843D8}">
      <dgm:prSet/>
      <dgm:spPr/>
      <dgm:t>
        <a:bodyPr/>
        <a:lstStyle/>
        <a:p>
          <a:endParaRPr lang="en-US"/>
        </a:p>
      </dgm:t>
    </dgm:pt>
    <dgm:pt modelId="{C9BFCE65-1C2D-4A30-96E9-4D4CC8BBD4F9}" type="sibTrans" cxnId="{50A258E2-C2FA-4A9C-84D8-A1AE680843D8}">
      <dgm:prSet/>
      <dgm:spPr/>
      <dgm:t>
        <a:bodyPr/>
        <a:lstStyle/>
        <a:p>
          <a:endParaRPr lang="en-US"/>
        </a:p>
      </dgm:t>
    </dgm:pt>
    <dgm:pt modelId="{46288E9E-9438-43DE-A6E4-0F9128413390}">
      <dgm:prSet/>
      <dgm:spPr/>
      <dgm:t>
        <a:bodyPr/>
        <a:lstStyle/>
        <a:p>
          <a:r>
            <a:rPr lang="en-US" dirty="0"/>
            <a:t>2. Browse and search feeds and transformers catalogue</a:t>
          </a:r>
        </a:p>
      </dgm:t>
    </dgm:pt>
    <dgm:pt modelId="{4A256E4C-1C4F-42A3-BBFF-072E60800C10}" type="parTrans" cxnId="{19CBD5F3-3572-48C4-9AEA-78CEE4F61E1D}">
      <dgm:prSet/>
      <dgm:spPr/>
      <dgm:t>
        <a:bodyPr/>
        <a:lstStyle/>
        <a:p>
          <a:endParaRPr lang="en-US"/>
        </a:p>
      </dgm:t>
    </dgm:pt>
    <dgm:pt modelId="{353F371D-3665-4E59-87FC-A9580ECECFF2}" type="sibTrans" cxnId="{19CBD5F3-3572-48C4-9AEA-78CEE4F61E1D}">
      <dgm:prSet/>
      <dgm:spPr/>
      <dgm:t>
        <a:bodyPr/>
        <a:lstStyle/>
        <a:p>
          <a:endParaRPr lang="en-US"/>
        </a:p>
      </dgm:t>
    </dgm:pt>
    <dgm:pt modelId="{AA07BE93-22EE-4824-A69A-8B87D958D3E8}">
      <dgm:prSet/>
      <dgm:spPr/>
      <dgm:t>
        <a:bodyPr/>
        <a:lstStyle/>
        <a:p>
          <a:r>
            <a:rPr lang="en-US" dirty="0"/>
            <a:t>3. Create/preview new feed and transformers</a:t>
          </a:r>
        </a:p>
      </dgm:t>
    </dgm:pt>
    <dgm:pt modelId="{F8DFD338-6681-45AE-B639-7F15E764F43F}" type="parTrans" cxnId="{08F49AE5-658B-4703-95D4-00595FEAEC0E}">
      <dgm:prSet/>
      <dgm:spPr/>
      <dgm:t>
        <a:bodyPr/>
        <a:lstStyle/>
        <a:p>
          <a:endParaRPr lang="en-US"/>
        </a:p>
      </dgm:t>
    </dgm:pt>
    <dgm:pt modelId="{C8262C45-B5F1-4436-A0FB-A5186C3A2E12}" type="sibTrans" cxnId="{08F49AE5-658B-4703-95D4-00595FEAEC0E}">
      <dgm:prSet/>
      <dgm:spPr/>
      <dgm:t>
        <a:bodyPr/>
        <a:lstStyle/>
        <a:p>
          <a:endParaRPr lang="en-US"/>
        </a:p>
      </dgm:t>
    </dgm:pt>
    <dgm:pt modelId="{E1A9B73C-5F0A-4F29-A406-CA21F3A1B494}">
      <dgm:prSet/>
      <dgm:spPr/>
      <dgm:t>
        <a:bodyPr/>
        <a:lstStyle/>
        <a:p>
          <a:r>
            <a:rPr lang="en-US" dirty="0"/>
            <a:t>4. Configure user channel and delivery methods/policies</a:t>
          </a:r>
        </a:p>
      </dgm:t>
    </dgm:pt>
    <dgm:pt modelId="{52E39A64-561C-47C8-83CE-006B6BA8FC13}" type="parTrans" cxnId="{C5EA5C40-5420-4E5D-A56C-C874E50AB4DB}">
      <dgm:prSet/>
      <dgm:spPr/>
      <dgm:t>
        <a:bodyPr/>
        <a:lstStyle/>
        <a:p>
          <a:endParaRPr lang="en-US"/>
        </a:p>
      </dgm:t>
    </dgm:pt>
    <dgm:pt modelId="{061416F4-5DC1-44DD-9C25-9FDBA77DB626}" type="sibTrans" cxnId="{C5EA5C40-5420-4E5D-A56C-C874E50AB4DB}">
      <dgm:prSet/>
      <dgm:spPr/>
      <dgm:t>
        <a:bodyPr/>
        <a:lstStyle/>
        <a:p>
          <a:endParaRPr lang="en-US"/>
        </a:p>
      </dgm:t>
    </dgm:pt>
    <dgm:pt modelId="{72CFFF2D-BF9F-42AA-895C-CC9CE16EF54E}">
      <dgm:prSet/>
      <dgm:spPr/>
      <dgm:t>
        <a:bodyPr/>
        <a:lstStyle/>
        <a:p>
          <a:r>
            <a:rPr lang="en-US" dirty="0"/>
            <a:t>5. Manage user wallet and subscriptions</a:t>
          </a:r>
        </a:p>
      </dgm:t>
    </dgm:pt>
    <dgm:pt modelId="{4305BC93-9E67-46F9-A48F-6B449F9EA129}" type="parTrans" cxnId="{A6BA1D7C-E2BC-43A9-9BEE-E264711A81CB}">
      <dgm:prSet/>
      <dgm:spPr/>
      <dgm:t>
        <a:bodyPr/>
        <a:lstStyle/>
        <a:p>
          <a:endParaRPr lang="en-US"/>
        </a:p>
      </dgm:t>
    </dgm:pt>
    <dgm:pt modelId="{A28CA597-1FEB-4C5B-9AE7-641C1C2DD4D0}" type="sibTrans" cxnId="{A6BA1D7C-E2BC-43A9-9BEE-E264711A81CB}">
      <dgm:prSet/>
      <dgm:spPr/>
      <dgm:t>
        <a:bodyPr/>
        <a:lstStyle/>
        <a:p>
          <a:endParaRPr lang="en-US"/>
        </a:p>
      </dgm:t>
    </dgm:pt>
    <dgm:pt modelId="{9F4CEEB3-84B7-47D2-BAC9-045DBE9EB2FF}">
      <dgm:prSet/>
      <dgm:spPr/>
      <dgm:t>
        <a:bodyPr/>
        <a:lstStyle/>
        <a:p>
          <a:r>
            <a:rPr lang="en-US" dirty="0"/>
            <a:t>6. Consume content via various channels</a:t>
          </a:r>
        </a:p>
      </dgm:t>
    </dgm:pt>
    <dgm:pt modelId="{A50388E4-00FC-446F-9FFA-B2026937B72E}" type="parTrans" cxnId="{F1A1383F-824F-4C83-B885-A91D8ADBEDAA}">
      <dgm:prSet/>
      <dgm:spPr/>
      <dgm:t>
        <a:bodyPr/>
        <a:lstStyle/>
        <a:p>
          <a:endParaRPr lang="en-US"/>
        </a:p>
      </dgm:t>
    </dgm:pt>
    <dgm:pt modelId="{6DA0E5BC-ACB1-4861-B9AF-A313DC9B2738}" type="sibTrans" cxnId="{F1A1383F-824F-4C83-B885-A91D8ADBEDAA}">
      <dgm:prSet/>
      <dgm:spPr/>
      <dgm:t>
        <a:bodyPr/>
        <a:lstStyle/>
        <a:p>
          <a:endParaRPr lang="en-US"/>
        </a:p>
      </dgm:t>
    </dgm:pt>
    <dgm:pt modelId="{1DAF0C18-63A7-4563-A578-2D87055CA9BD}">
      <dgm:prSet/>
      <dgm:spPr/>
      <dgm:t>
        <a:bodyPr/>
        <a:lstStyle/>
        <a:p>
          <a:r>
            <a:rPr lang="en-US" dirty="0"/>
            <a:t>7. Engage in community, feedback and sharing  </a:t>
          </a:r>
        </a:p>
      </dgm:t>
    </dgm:pt>
    <dgm:pt modelId="{1752F3E0-E40F-4482-85AF-65984BDF14F4}" type="parTrans" cxnId="{B06C6D6B-CFA0-4F8F-BAD7-1048783AC344}">
      <dgm:prSet/>
      <dgm:spPr/>
      <dgm:t>
        <a:bodyPr/>
        <a:lstStyle/>
        <a:p>
          <a:endParaRPr lang="en-US"/>
        </a:p>
      </dgm:t>
    </dgm:pt>
    <dgm:pt modelId="{1A85AF6A-7D65-4EE4-91D2-23DAF3A8E9C2}" type="sibTrans" cxnId="{B06C6D6B-CFA0-4F8F-BAD7-1048783AC344}">
      <dgm:prSet/>
      <dgm:spPr/>
      <dgm:t>
        <a:bodyPr/>
        <a:lstStyle/>
        <a:p>
          <a:endParaRPr lang="en-US"/>
        </a:p>
      </dgm:t>
    </dgm:pt>
    <dgm:pt modelId="{95F57FB9-240D-438E-A5D7-DC52888CE219}">
      <dgm:prSet/>
      <dgm:spPr/>
      <dgm:t>
        <a:bodyPr/>
        <a:lstStyle/>
        <a:p>
          <a:r>
            <a:rPr lang="en-US" dirty="0"/>
            <a:t>8. View analytics and transaction history on payments and consumption</a:t>
          </a:r>
        </a:p>
      </dgm:t>
    </dgm:pt>
    <dgm:pt modelId="{D10C1AFA-D2C8-4A3F-9D54-8808B8BE8AC6}" type="parTrans" cxnId="{511E8368-7A3F-4D9F-BE25-F786FB525D5B}">
      <dgm:prSet/>
      <dgm:spPr/>
      <dgm:t>
        <a:bodyPr/>
        <a:lstStyle/>
        <a:p>
          <a:endParaRPr lang="en-US"/>
        </a:p>
      </dgm:t>
    </dgm:pt>
    <dgm:pt modelId="{0DEC4CF7-2046-4C1B-A7BB-08173A6F4481}" type="sibTrans" cxnId="{511E8368-7A3F-4D9F-BE25-F786FB525D5B}">
      <dgm:prSet/>
      <dgm:spPr/>
      <dgm:t>
        <a:bodyPr/>
        <a:lstStyle/>
        <a:p>
          <a:endParaRPr lang="en-US"/>
        </a:p>
      </dgm:t>
    </dgm:pt>
    <dgm:pt modelId="{74FB124F-1D1D-4D31-84D1-ECCC34454C87}" type="pres">
      <dgm:prSet presAssocID="{64027AAE-59C8-458A-88DD-A6611E1C8A75}" presName="root" presStyleCnt="0">
        <dgm:presLayoutVars>
          <dgm:dir/>
          <dgm:resizeHandles val="exact"/>
        </dgm:presLayoutVars>
      </dgm:prSet>
      <dgm:spPr/>
    </dgm:pt>
    <dgm:pt modelId="{5B5D5731-17FB-49AF-B987-2F417D2ED60A}" type="pres">
      <dgm:prSet presAssocID="{5C9D216E-0189-47F6-89F0-0795EEDA144F}" presName="compNode" presStyleCnt="0"/>
      <dgm:spPr/>
    </dgm:pt>
    <dgm:pt modelId="{79DAD2DB-2E85-4A64-9DE2-2CF370096A7D}" type="pres">
      <dgm:prSet presAssocID="{5C9D216E-0189-47F6-89F0-0795EEDA144F}" presName="bgRect" presStyleLbl="bgShp" presStyleIdx="0" presStyleCnt="8"/>
      <dgm:spPr/>
    </dgm:pt>
    <dgm:pt modelId="{C1947BA2-2AAB-40B4-8EF5-CBD0560FE16C}" type="pres">
      <dgm:prSet presAssocID="{5C9D216E-0189-47F6-89F0-0795EEDA144F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245D21F7-B620-4BEE-86A3-71426C9EE14A}" type="pres">
      <dgm:prSet presAssocID="{5C9D216E-0189-47F6-89F0-0795EEDA144F}" presName="spaceRect" presStyleCnt="0"/>
      <dgm:spPr/>
    </dgm:pt>
    <dgm:pt modelId="{397154BE-8821-46F2-BFC5-EAD1484841D4}" type="pres">
      <dgm:prSet presAssocID="{5C9D216E-0189-47F6-89F0-0795EEDA144F}" presName="parTx" presStyleLbl="revTx" presStyleIdx="0" presStyleCnt="8">
        <dgm:presLayoutVars>
          <dgm:chMax val="0"/>
          <dgm:chPref val="0"/>
        </dgm:presLayoutVars>
      </dgm:prSet>
      <dgm:spPr/>
    </dgm:pt>
    <dgm:pt modelId="{6936901E-E459-4FD9-A6DF-180A4351CFED}" type="pres">
      <dgm:prSet presAssocID="{C9BFCE65-1C2D-4A30-96E9-4D4CC8BBD4F9}" presName="sibTrans" presStyleCnt="0"/>
      <dgm:spPr/>
    </dgm:pt>
    <dgm:pt modelId="{73AE1302-1725-4F68-A243-10431FD7E2B6}" type="pres">
      <dgm:prSet presAssocID="{46288E9E-9438-43DE-A6E4-0F9128413390}" presName="compNode" presStyleCnt="0"/>
      <dgm:spPr/>
    </dgm:pt>
    <dgm:pt modelId="{0D3CE2AA-7342-4847-BD77-6E752C18608D}" type="pres">
      <dgm:prSet presAssocID="{46288E9E-9438-43DE-A6E4-0F9128413390}" presName="bgRect" presStyleLbl="bgShp" presStyleIdx="1" presStyleCnt="8"/>
      <dgm:spPr/>
    </dgm:pt>
    <dgm:pt modelId="{35000A58-081C-4C2B-B3A2-E0A3BAE1F9BE}" type="pres">
      <dgm:prSet presAssocID="{46288E9E-9438-43DE-A6E4-0F9128413390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6A68F87-907F-4ED0-A060-3A39F94528FF}" type="pres">
      <dgm:prSet presAssocID="{46288E9E-9438-43DE-A6E4-0F9128413390}" presName="spaceRect" presStyleCnt="0"/>
      <dgm:spPr/>
    </dgm:pt>
    <dgm:pt modelId="{19982195-029F-44F6-BDBC-FF53658741E1}" type="pres">
      <dgm:prSet presAssocID="{46288E9E-9438-43DE-A6E4-0F9128413390}" presName="parTx" presStyleLbl="revTx" presStyleIdx="1" presStyleCnt="8">
        <dgm:presLayoutVars>
          <dgm:chMax val="0"/>
          <dgm:chPref val="0"/>
        </dgm:presLayoutVars>
      </dgm:prSet>
      <dgm:spPr/>
    </dgm:pt>
    <dgm:pt modelId="{BC8DAAAA-A34A-4A6F-AC17-995F33624FE4}" type="pres">
      <dgm:prSet presAssocID="{353F371D-3665-4E59-87FC-A9580ECECFF2}" presName="sibTrans" presStyleCnt="0"/>
      <dgm:spPr/>
    </dgm:pt>
    <dgm:pt modelId="{0A6EEA80-269F-44DD-945B-82AEFFFE6000}" type="pres">
      <dgm:prSet presAssocID="{AA07BE93-22EE-4824-A69A-8B87D958D3E8}" presName="compNode" presStyleCnt="0"/>
      <dgm:spPr/>
    </dgm:pt>
    <dgm:pt modelId="{34F47C53-5456-4F54-9D1D-D9E02497348E}" type="pres">
      <dgm:prSet presAssocID="{AA07BE93-22EE-4824-A69A-8B87D958D3E8}" presName="bgRect" presStyleLbl="bgShp" presStyleIdx="2" presStyleCnt="8"/>
      <dgm:spPr/>
    </dgm:pt>
    <dgm:pt modelId="{9ED55CA3-DF91-43F8-B793-3100501F5024}" type="pres">
      <dgm:prSet presAssocID="{AA07BE93-22EE-4824-A69A-8B87D958D3E8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742D1527-4D21-4521-82C4-650F75EB81D7}" type="pres">
      <dgm:prSet presAssocID="{AA07BE93-22EE-4824-A69A-8B87D958D3E8}" presName="spaceRect" presStyleCnt="0"/>
      <dgm:spPr/>
    </dgm:pt>
    <dgm:pt modelId="{54D19B7A-E2C3-4BA4-9650-C7287F81EE5C}" type="pres">
      <dgm:prSet presAssocID="{AA07BE93-22EE-4824-A69A-8B87D958D3E8}" presName="parTx" presStyleLbl="revTx" presStyleIdx="2" presStyleCnt="8">
        <dgm:presLayoutVars>
          <dgm:chMax val="0"/>
          <dgm:chPref val="0"/>
        </dgm:presLayoutVars>
      </dgm:prSet>
      <dgm:spPr/>
    </dgm:pt>
    <dgm:pt modelId="{99EA7AB5-43E0-4A42-8DF2-B3AD346DE93E}" type="pres">
      <dgm:prSet presAssocID="{C8262C45-B5F1-4436-A0FB-A5186C3A2E12}" presName="sibTrans" presStyleCnt="0"/>
      <dgm:spPr/>
    </dgm:pt>
    <dgm:pt modelId="{5F47111C-97C2-47F0-B84F-E86BA2E7C551}" type="pres">
      <dgm:prSet presAssocID="{E1A9B73C-5F0A-4F29-A406-CA21F3A1B494}" presName="compNode" presStyleCnt="0"/>
      <dgm:spPr/>
    </dgm:pt>
    <dgm:pt modelId="{0B53C72D-A209-4ED7-9C6C-30BFF2F8D976}" type="pres">
      <dgm:prSet presAssocID="{E1A9B73C-5F0A-4F29-A406-CA21F3A1B494}" presName="bgRect" presStyleLbl="bgShp" presStyleIdx="3" presStyleCnt="8"/>
      <dgm:spPr/>
    </dgm:pt>
    <dgm:pt modelId="{9FDF3ACA-5B18-49FA-875E-FE33089C780B}" type="pres">
      <dgm:prSet presAssocID="{E1A9B73C-5F0A-4F29-A406-CA21F3A1B494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014D2BC-958A-4B00-98FE-861DBD023424}" type="pres">
      <dgm:prSet presAssocID="{E1A9B73C-5F0A-4F29-A406-CA21F3A1B494}" presName="spaceRect" presStyleCnt="0"/>
      <dgm:spPr/>
    </dgm:pt>
    <dgm:pt modelId="{0949348A-0CAD-4512-A9B6-E80BC6424066}" type="pres">
      <dgm:prSet presAssocID="{E1A9B73C-5F0A-4F29-A406-CA21F3A1B494}" presName="parTx" presStyleLbl="revTx" presStyleIdx="3" presStyleCnt="8">
        <dgm:presLayoutVars>
          <dgm:chMax val="0"/>
          <dgm:chPref val="0"/>
        </dgm:presLayoutVars>
      </dgm:prSet>
      <dgm:spPr/>
    </dgm:pt>
    <dgm:pt modelId="{1C5416C2-A9F5-43D2-ADDC-0E784809C21E}" type="pres">
      <dgm:prSet presAssocID="{061416F4-5DC1-44DD-9C25-9FDBA77DB626}" presName="sibTrans" presStyleCnt="0"/>
      <dgm:spPr/>
    </dgm:pt>
    <dgm:pt modelId="{086BE221-1547-4869-B424-4BB6C98AA274}" type="pres">
      <dgm:prSet presAssocID="{72CFFF2D-BF9F-42AA-895C-CC9CE16EF54E}" presName="compNode" presStyleCnt="0"/>
      <dgm:spPr/>
    </dgm:pt>
    <dgm:pt modelId="{9123D8F0-388D-436B-8524-6B0FA6E79E2F}" type="pres">
      <dgm:prSet presAssocID="{72CFFF2D-BF9F-42AA-895C-CC9CE16EF54E}" presName="bgRect" presStyleLbl="bgShp" presStyleIdx="4" presStyleCnt="8"/>
      <dgm:spPr/>
    </dgm:pt>
    <dgm:pt modelId="{D97E48C5-5B57-41E9-A29F-CDC45AF5637E}" type="pres">
      <dgm:prSet presAssocID="{72CFFF2D-BF9F-42AA-895C-CC9CE16EF54E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C9D568A2-C04B-48D9-ABD9-3F5B43254F41}" type="pres">
      <dgm:prSet presAssocID="{72CFFF2D-BF9F-42AA-895C-CC9CE16EF54E}" presName="spaceRect" presStyleCnt="0"/>
      <dgm:spPr/>
    </dgm:pt>
    <dgm:pt modelId="{A1A8CAAA-3DB5-46B0-938E-5A84A832EEF9}" type="pres">
      <dgm:prSet presAssocID="{72CFFF2D-BF9F-42AA-895C-CC9CE16EF54E}" presName="parTx" presStyleLbl="revTx" presStyleIdx="4" presStyleCnt="8">
        <dgm:presLayoutVars>
          <dgm:chMax val="0"/>
          <dgm:chPref val="0"/>
        </dgm:presLayoutVars>
      </dgm:prSet>
      <dgm:spPr/>
    </dgm:pt>
    <dgm:pt modelId="{560656CB-0B9F-4725-AD79-1AE3D9B69871}" type="pres">
      <dgm:prSet presAssocID="{A28CA597-1FEB-4C5B-9AE7-641C1C2DD4D0}" presName="sibTrans" presStyleCnt="0"/>
      <dgm:spPr/>
    </dgm:pt>
    <dgm:pt modelId="{68BCBCB1-4D95-4ED9-92A9-AAB8A1EB7023}" type="pres">
      <dgm:prSet presAssocID="{9F4CEEB3-84B7-47D2-BAC9-045DBE9EB2FF}" presName="compNode" presStyleCnt="0"/>
      <dgm:spPr/>
    </dgm:pt>
    <dgm:pt modelId="{C701126D-A28D-4726-B60B-3C8F85CC692B}" type="pres">
      <dgm:prSet presAssocID="{9F4CEEB3-84B7-47D2-BAC9-045DBE9EB2FF}" presName="bgRect" presStyleLbl="bgShp" presStyleIdx="5" presStyleCnt="8"/>
      <dgm:spPr/>
    </dgm:pt>
    <dgm:pt modelId="{A7A218A8-CD9F-4232-BD60-A6871114CE6A}" type="pres">
      <dgm:prSet presAssocID="{9F4CEEB3-84B7-47D2-BAC9-045DBE9EB2FF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55B592D9-10F1-49C2-9E08-0C0DA035568E}" type="pres">
      <dgm:prSet presAssocID="{9F4CEEB3-84B7-47D2-BAC9-045DBE9EB2FF}" presName="spaceRect" presStyleCnt="0"/>
      <dgm:spPr/>
    </dgm:pt>
    <dgm:pt modelId="{07F482DC-C2F5-475A-9F7E-5254CAB7BFD9}" type="pres">
      <dgm:prSet presAssocID="{9F4CEEB3-84B7-47D2-BAC9-045DBE9EB2FF}" presName="parTx" presStyleLbl="revTx" presStyleIdx="5" presStyleCnt="8">
        <dgm:presLayoutVars>
          <dgm:chMax val="0"/>
          <dgm:chPref val="0"/>
        </dgm:presLayoutVars>
      </dgm:prSet>
      <dgm:spPr/>
    </dgm:pt>
    <dgm:pt modelId="{F775B7B1-9640-4DA3-BC62-3DA4D5A667F1}" type="pres">
      <dgm:prSet presAssocID="{6DA0E5BC-ACB1-4861-B9AF-A313DC9B2738}" presName="sibTrans" presStyleCnt="0"/>
      <dgm:spPr/>
    </dgm:pt>
    <dgm:pt modelId="{A367B78F-0AE6-497F-A003-1448A6D57F46}" type="pres">
      <dgm:prSet presAssocID="{1DAF0C18-63A7-4563-A578-2D87055CA9BD}" presName="compNode" presStyleCnt="0"/>
      <dgm:spPr/>
    </dgm:pt>
    <dgm:pt modelId="{14DAB3D6-6919-47D2-8BFA-E946637826AE}" type="pres">
      <dgm:prSet presAssocID="{1DAF0C18-63A7-4563-A578-2D87055CA9BD}" presName="bgRect" presStyleLbl="bgShp" presStyleIdx="6" presStyleCnt="8"/>
      <dgm:spPr/>
    </dgm:pt>
    <dgm:pt modelId="{E0759E68-6D64-4DEB-9AAB-CA3210260951}" type="pres">
      <dgm:prSet presAssocID="{1DAF0C18-63A7-4563-A578-2D87055CA9BD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03D0D64D-F985-4490-BB25-F96BAD1E7FD9}" type="pres">
      <dgm:prSet presAssocID="{1DAF0C18-63A7-4563-A578-2D87055CA9BD}" presName="spaceRect" presStyleCnt="0"/>
      <dgm:spPr/>
    </dgm:pt>
    <dgm:pt modelId="{46E37C46-0D9E-4381-B2A4-CF50342F6A59}" type="pres">
      <dgm:prSet presAssocID="{1DAF0C18-63A7-4563-A578-2D87055CA9BD}" presName="parTx" presStyleLbl="revTx" presStyleIdx="6" presStyleCnt="8">
        <dgm:presLayoutVars>
          <dgm:chMax val="0"/>
          <dgm:chPref val="0"/>
        </dgm:presLayoutVars>
      </dgm:prSet>
      <dgm:spPr/>
    </dgm:pt>
    <dgm:pt modelId="{04A5CF06-1BC2-4FF9-B533-CE8A2A359595}" type="pres">
      <dgm:prSet presAssocID="{1A85AF6A-7D65-4EE4-91D2-23DAF3A8E9C2}" presName="sibTrans" presStyleCnt="0"/>
      <dgm:spPr/>
    </dgm:pt>
    <dgm:pt modelId="{B3D54F2F-11E4-4E6B-B123-AA920574B7D1}" type="pres">
      <dgm:prSet presAssocID="{95F57FB9-240D-438E-A5D7-DC52888CE219}" presName="compNode" presStyleCnt="0"/>
      <dgm:spPr/>
    </dgm:pt>
    <dgm:pt modelId="{F4504A54-6055-41BC-A6BB-81ABE36687B0}" type="pres">
      <dgm:prSet presAssocID="{95F57FB9-240D-438E-A5D7-DC52888CE219}" presName="bgRect" presStyleLbl="bgShp" presStyleIdx="7" presStyleCnt="8"/>
      <dgm:spPr/>
    </dgm:pt>
    <dgm:pt modelId="{E6B3546D-AFF6-4D5F-B165-CF3254FBB784}" type="pres">
      <dgm:prSet presAssocID="{95F57FB9-240D-438E-A5D7-DC52888CE219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435355C-C08B-42B3-BB6B-8F76B1C723A0}" type="pres">
      <dgm:prSet presAssocID="{95F57FB9-240D-438E-A5D7-DC52888CE219}" presName="spaceRect" presStyleCnt="0"/>
      <dgm:spPr/>
    </dgm:pt>
    <dgm:pt modelId="{032DFC0B-6D8D-4B2F-A1D0-040D9B25F7CF}" type="pres">
      <dgm:prSet presAssocID="{95F57FB9-240D-438E-A5D7-DC52888CE219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F1A1383F-824F-4C83-B885-A91D8ADBEDAA}" srcId="{64027AAE-59C8-458A-88DD-A6611E1C8A75}" destId="{9F4CEEB3-84B7-47D2-BAC9-045DBE9EB2FF}" srcOrd="5" destOrd="0" parTransId="{A50388E4-00FC-446F-9FFA-B2026937B72E}" sibTransId="{6DA0E5BC-ACB1-4861-B9AF-A313DC9B2738}"/>
    <dgm:cxn modelId="{C5EA5C40-5420-4E5D-A56C-C874E50AB4DB}" srcId="{64027AAE-59C8-458A-88DD-A6611E1C8A75}" destId="{E1A9B73C-5F0A-4F29-A406-CA21F3A1B494}" srcOrd="3" destOrd="0" parTransId="{52E39A64-561C-47C8-83CE-006B6BA8FC13}" sibTransId="{061416F4-5DC1-44DD-9C25-9FDBA77DB626}"/>
    <dgm:cxn modelId="{511E8368-7A3F-4D9F-BE25-F786FB525D5B}" srcId="{64027AAE-59C8-458A-88DD-A6611E1C8A75}" destId="{95F57FB9-240D-438E-A5D7-DC52888CE219}" srcOrd="7" destOrd="0" parTransId="{D10C1AFA-D2C8-4A3F-9D54-8808B8BE8AC6}" sibTransId="{0DEC4CF7-2046-4C1B-A7BB-08173A6F4481}"/>
    <dgm:cxn modelId="{B06C6D6B-CFA0-4F8F-BAD7-1048783AC344}" srcId="{64027AAE-59C8-458A-88DD-A6611E1C8A75}" destId="{1DAF0C18-63A7-4563-A578-2D87055CA9BD}" srcOrd="6" destOrd="0" parTransId="{1752F3E0-E40F-4482-85AF-65984BDF14F4}" sibTransId="{1A85AF6A-7D65-4EE4-91D2-23DAF3A8E9C2}"/>
    <dgm:cxn modelId="{31FAD44D-A55F-4F3B-91C6-D14B6080A461}" type="presOf" srcId="{5C9D216E-0189-47F6-89F0-0795EEDA144F}" destId="{397154BE-8821-46F2-BFC5-EAD1484841D4}" srcOrd="0" destOrd="0" presId="urn:microsoft.com/office/officeart/2018/2/layout/IconVerticalSolidList"/>
    <dgm:cxn modelId="{A6519950-56DD-46B2-A7E0-220D1E985154}" type="presOf" srcId="{9F4CEEB3-84B7-47D2-BAC9-045DBE9EB2FF}" destId="{07F482DC-C2F5-475A-9F7E-5254CAB7BFD9}" srcOrd="0" destOrd="0" presId="urn:microsoft.com/office/officeart/2018/2/layout/IconVerticalSolidList"/>
    <dgm:cxn modelId="{E881C571-1C78-4D63-B92A-80FDAE1DB3BE}" type="presOf" srcId="{72CFFF2D-BF9F-42AA-895C-CC9CE16EF54E}" destId="{A1A8CAAA-3DB5-46B0-938E-5A84A832EEF9}" srcOrd="0" destOrd="0" presId="urn:microsoft.com/office/officeart/2018/2/layout/IconVerticalSolidList"/>
    <dgm:cxn modelId="{1253C752-349F-4203-B14B-CBB88A1C385C}" type="presOf" srcId="{64027AAE-59C8-458A-88DD-A6611E1C8A75}" destId="{74FB124F-1D1D-4D31-84D1-ECCC34454C87}" srcOrd="0" destOrd="0" presId="urn:microsoft.com/office/officeart/2018/2/layout/IconVerticalSolidList"/>
    <dgm:cxn modelId="{A6BA1D7C-E2BC-43A9-9BEE-E264711A81CB}" srcId="{64027AAE-59C8-458A-88DD-A6611E1C8A75}" destId="{72CFFF2D-BF9F-42AA-895C-CC9CE16EF54E}" srcOrd="4" destOrd="0" parTransId="{4305BC93-9E67-46F9-A48F-6B449F9EA129}" sibTransId="{A28CA597-1FEB-4C5B-9AE7-641C1C2DD4D0}"/>
    <dgm:cxn modelId="{E97F70BD-045D-4699-85A6-18226D6177AA}" type="presOf" srcId="{95F57FB9-240D-438E-A5D7-DC52888CE219}" destId="{032DFC0B-6D8D-4B2F-A1D0-040D9B25F7CF}" srcOrd="0" destOrd="0" presId="urn:microsoft.com/office/officeart/2018/2/layout/IconVerticalSolidList"/>
    <dgm:cxn modelId="{228B29D1-DDE2-4A1E-8E9F-87B30B4E5FBF}" type="presOf" srcId="{46288E9E-9438-43DE-A6E4-0F9128413390}" destId="{19982195-029F-44F6-BDBC-FF53658741E1}" srcOrd="0" destOrd="0" presId="urn:microsoft.com/office/officeart/2018/2/layout/IconVerticalSolidList"/>
    <dgm:cxn modelId="{50A258E2-C2FA-4A9C-84D8-A1AE680843D8}" srcId="{64027AAE-59C8-458A-88DD-A6611E1C8A75}" destId="{5C9D216E-0189-47F6-89F0-0795EEDA144F}" srcOrd="0" destOrd="0" parTransId="{6229973A-969E-48AD-844E-2E26500E8C98}" sibTransId="{C9BFCE65-1C2D-4A30-96E9-4D4CC8BBD4F9}"/>
    <dgm:cxn modelId="{3DFEE9E3-5979-4AEF-AC9B-7801DE4FF763}" type="presOf" srcId="{1DAF0C18-63A7-4563-A578-2D87055CA9BD}" destId="{46E37C46-0D9E-4381-B2A4-CF50342F6A59}" srcOrd="0" destOrd="0" presId="urn:microsoft.com/office/officeart/2018/2/layout/IconVerticalSolidList"/>
    <dgm:cxn modelId="{08F49AE5-658B-4703-95D4-00595FEAEC0E}" srcId="{64027AAE-59C8-458A-88DD-A6611E1C8A75}" destId="{AA07BE93-22EE-4824-A69A-8B87D958D3E8}" srcOrd="2" destOrd="0" parTransId="{F8DFD338-6681-45AE-B639-7F15E764F43F}" sibTransId="{C8262C45-B5F1-4436-A0FB-A5186C3A2E12}"/>
    <dgm:cxn modelId="{D30728EE-0491-4B9E-A659-5C1F84498976}" type="presOf" srcId="{E1A9B73C-5F0A-4F29-A406-CA21F3A1B494}" destId="{0949348A-0CAD-4512-A9B6-E80BC6424066}" srcOrd="0" destOrd="0" presId="urn:microsoft.com/office/officeart/2018/2/layout/IconVerticalSolidList"/>
    <dgm:cxn modelId="{19CBD5F3-3572-48C4-9AEA-78CEE4F61E1D}" srcId="{64027AAE-59C8-458A-88DD-A6611E1C8A75}" destId="{46288E9E-9438-43DE-A6E4-0F9128413390}" srcOrd="1" destOrd="0" parTransId="{4A256E4C-1C4F-42A3-BBFF-072E60800C10}" sibTransId="{353F371D-3665-4E59-87FC-A9580ECECFF2}"/>
    <dgm:cxn modelId="{7443B0FC-8B89-4BF4-9F1C-2CF0B805672A}" type="presOf" srcId="{AA07BE93-22EE-4824-A69A-8B87D958D3E8}" destId="{54D19B7A-E2C3-4BA4-9650-C7287F81EE5C}" srcOrd="0" destOrd="0" presId="urn:microsoft.com/office/officeart/2018/2/layout/IconVerticalSolidList"/>
    <dgm:cxn modelId="{15F95113-6431-4890-9075-91595B9B4894}" type="presParOf" srcId="{74FB124F-1D1D-4D31-84D1-ECCC34454C87}" destId="{5B5D5731-17FB-49AF-B987-2F417D2ED60A}" srcOrd="0" destOrd="0" presId="urn:microsoft.com/office/officeart/2018/2/layout/IconVerticalSolidList"/>
    <dgm:cxn modelId="{41254DC4-E120-4A86-BD9E-B3C43DCA8B9B}" type="presParOf" srcId="{5B5D5731-17FB-49AF-B987-2F417D2ED60A}" destId="{79DAD2DB-2E85-4A64-9DE2-2CF370096A7D}" srcOrd="0" destOrd="0" presId="urn:microsoft.com/office/officeart/2018/2/layout/IconVerticalSolidList"/>
    <dgm:cxn modelId="{EB42A579-EC78-4099-959B-4E3FBF48884F}" type="presParOf" srcId="{5B5D5731-17FB-49AF-B987-2F417D2ED60A}" destId="{C1947BA2-2AAB-40B4-8EF5-CBD0560FE16C}" srcOrd="1" destOrd="0" presId="urn:microsoft.com/office/officeart/2018/2/layout/IconVerticalSolidList"/>
    <dgm:cxn modelId="{9754DAC7-63B2-4E0A-937B-69D28A109FC0}" type="presParOf" srcId="{5B5D5731-17FB-49AF-B987-2F417D2ED60A}" destId="{245D21F7-B620-4BEE-86A3-71426C9EE14A}" srcOrd="2" destOrd="0" presId="urn:microsoft.com/office/officeart/2018/2/layout/IconVerticalSolidList"/>
    <dgm:cxn modelId="{3B1A4E89-D906-4387-97F6-65D45CAD1A78}" type="presParOf" srcId="{5B5D5731-17FB-49AF-B987-2F417D2ED60A}" destId="{397154BE-8821-46F2-BFC5-EAD1484841D4}" srcOrd="3" destOrd="0" presId="urn:microsoft.com/office/officeart/2018/2/layout/IconVerticalSolidList"/>
    <dgm:cxn modelId="{D67663E4-395A-4621-B64D-2FBC5FCB79BA}" type="presParOf" srcId="{74FB124F-1D1D-4D31-84D1-ECCC34454C87}" destId="{6936901E-E459-4FD9-A6DF-180A4351CFED}" srcOrd="1" destOrd="0" presId="urn:microsoft.com/office/officeart/2018/2/layout/IconVerticalSolidList"/>
    <dgm:cxn modelId="{D6546AFC-5DE3-4C3C-8662-8A2DC73C4BA7}" type="presParOf" srcId="{74FB124F-1D1D-4D31-84D1-ECCC34454C87}" destId="{73AE1302-1725-4F68-A243-10431FD7E2B6}" srcOrd="2" destOrd="0" presId="urn:microsoft.com/office/officeart/2018/2/layout/IconVerticalSolidList"/>
    <dgm:cxn modelId="{07890D1C-1FA8-4170-9B97-2DB0AAE4E34C}" type="presParOf" srcId="{73AE1302-1725-4F68-A243-10431FD7E2B6}" destId="{0D3CE2AA-7342-4847-BD77-6E752C18608D}" srcOrd="0" destOrd="0" presId="urn:microsoft.com/office/officeart/2018/2/layout/IconVerticalSolidList"/>
    <dgm:cxn modelId="{9B28DBEA-6F70-41CB-8E0A-D1BC3C66E440}" type="presParOf" srcId="{73AE1302-1725-4F68-A243-10431FD7E2B6}" destId="{35000A58-081C-4C2B-B3A2-E0A3BAE1F9BE}" srcOrd="1" destOrd="0" presId="urn:microsoft.com/office/officeart/2018/2/layout/IconVerticalSolidList"/>
    <dgm:cxn modelId="{9EB4BF96-4091-447B-B52B-7D86AF1DFBE4}" type="presParOf" srcId="{73AE1302-1725-4F68-A243-10431FD7E2B6}" destId="{B6A68F87-907F-4ED0-A060-3A39F94528FF}" srcOrd="2" destOrd="0" presId="urn:microsoft.com/office/officeart/2018/2/layout/IconVerticalSolidList"/>
    <dgm:cxn modelId="{7F7DBC2D-5C7F-49A2-9FBA-6DE5C040D5FF}" type="presParOf" srcId="{73AE1302-1725-4F68-A243-10431FD7E2B6}" destId="{19982195-029F-44F6-BDBC-FF53658741E1}" srcOrd="3" destOrd="0" presId="urn:microsoft.com/office/officeart/2018/2/layout/IconVerticalSolidList"/>
    <dgm:cxn modelId="{4C6ECFFA-4BE8-4277-9A06-9B8AA7A974D0}" type="presParOf" srcId="{74FB124F-1D1D-4D31-84D1-ECCC34454C87}" destId="{BC8DAAAA-A34A-4A6F-AC17-995F33624FE4}" srcOrd="3" destOrd="0" presId="urn:microsoft.com/office/officeart/2018/2/layout/IconVerticalSolidList"/>
    <dgm:cxn modelId="{F5D3DDC8-026E-452B-BFC0-D594F4745C77}" type="presParOf" srcId="{74FB124F-1D1D-4D31-84D1-ECCC34454C87}" destId="{0A6EEA80-269F-44DD-945B-82AEFFFE6000}" srcOrd="4" destOrd="0" presId="urn:microsoft.com/office/officeart/2018/2/layout/IconVerticalSolidList"/>
    <dgm:cxn modelId="{57B7859D-FCC4-492A-B0CF-94676429883C}" type="presParOf" srcId="{0A6EEA80-269F-44DD-945B-82AEFFFE6000}" destId="{34F47C53-5456-4F54-9D1D-D9E02497348E}" srcOrd="0" destOrd="0" presId="urn:microsoft.com/office/officeart/2018/2/layout/IconVerticalSolidList"/>
    <dgm:cxn modelId="{2D4CF559-54CA-4435-B6AD-CF8988318D44}" type="presParOf" srcId="{0A6EEA80-269F-44DD-945B-82AEFFFE6000}" destId="{9ED55CA3-DF91-43F8-B793-3100501F5024}" srcOrd="1" destOrd="0" presId="urn:microsoft.com/office/officeart/2018/2/layout/IconVerticalSolidList"/>
    <dgm:cxn modelId="{A260FF77-07CE-488A-86E2-729518052C9A}" type="presParOf" srcId="{0A6EEA80-269F-44DD-945B-82AEFFFE6000}" destId="{742D1527-4D21-4521-82C4-650F75EB81D7}" srcOrd="2" destOrd="0" presId="urn:microsoft.com/office/officeart/2018/2/layout/IconVerticalSolidList"/>
    <dgm:cxn modelId="{D397B849-7224-4F16-BD9E-8433E03B76D5}" type="presParOf" srcId="{0A6EEA80-269F-44DD-945B-82AEFFFE6000}" destId="{54D19B7A-E2C3-4BA4-9650-C7287F81EE5C}" srcOrd="3" destOrd="0" presId="urn:microsoft.com/office/officeart/2018/2/layout/IconVerticalSolidList"/>
    <dgm:cxn modelId="{A00DC917-E379-4615-B2AD-1D2F3EB68C04}" type="presParOf" srcId="{74FB124F-1D1D-4D31-84D1-ECCC34454C87}" destId="{99EA7AB5-43E0-4A42-8DF2-B3AD346DE93E}" srcOrd="5" destOrd="0" presId="urn:microsoft.com/office/officeart/2018/2/layout/IconVerticalSolidList"/>
    <dgm:cxn modelId="{AD181F4E-06EB-428D-A512-28ABC51E3D9D}" type="presParOf" srcId="{74FB124F-1D1D-4D31-84D1-ECCC34454C87}" destId="{5F47111C-97C2-47F0-B84F-E86BA2E7C551}" srcOrd="6" destOrd="0" presId="urn:microsoft.com/office/officeart/2018/2/layout/IconVerticalSolidList"/>
    <dgm:cxn modelId="{B6BD5671-6791-45BB-ABFD-DE68CA896868}" type="presParOf" srcId="{5F47111C-97C2-47F0-B84F-E86BA2E7C551}" destId="{0B53C72D-A209-4ED7-9C6C-30BFF2F8D976}" srcOrd="0" destOrd="0" presId="urn:microsoft.com/office/officeart/2018/2/layout/IconVerticalSolidList"/>
    <dgm:cxn modelId="{70EAC8DC-4F98-4839-9C1E-1FC27B4641A6}" type="presParOf" srcId="{5F47111C-97C2-47F0-B84F-E86BA2E7C551}" destId="{9FDF3ACA-5B18-49FA-875E-FE33089C780B}" srcOrd="1" destOrd="0" presId="urn:microsoft.com/office/officeart/2018/2/layout/IconVerticalSolidList"/>
    <dgm:cxn modelId="{47BE637C-BB79-48F2-94FE-363EDA2E512A}" type="presParOf" srcId="{5F47111C-97C2-47F0-B84F-E86BA2E7C551}" destId="{2014D2BC-958A-4B00-98FE-861DBD023424}" srcOrd="2" destOrd="0" presId="urn:microsoft.com/office/officeart/2018/2/layout/IconVerticalSolidList"/>
    <dgm:cxn modelId="{FDCFBCC1-0365-413C-BC43-835FEF448066}" type="presParOf" srcId="{5F47111C-97C2-47F0-B84F-E86BA2E7C551}" destId="{0949348A-0CAD-4512-A9B6-E80BC6424066}" srcOrd="3" destOrd="0" presId="urn:microsoft.com/office/officeart/2018/2/layout/IconVerticalSolidList"/>
    <dgm:cxn modelId="{7C6A20D7-702C-43C5-8C04-5785503953D5}" type="presParOf" srcId="{74FB124F-1D1D-4D31-84D1-ECCC34454C87}" destId="{1C5416C2-A9F5-43D2-ADDC-0E784809C21E}" srcOrd="7" destOrd="0" presId="urn:microsoft.com/office/officeart/2018/2/layout/IconVerticalSolidList"/>
    <dgm:cxn modelId="{00DCC41F-5B9D-4D77-9C21-C4500A940648}" type="presParOf" srcId="{74FB124F-1D1D-4D31-84D1-ECCC34454C87}" destId="{086BE221-1547-4869-B424-4BB6C98AA274}" srcOrd="8" destOrd="0" presId="urn:microsoft.com/office/officeart/2018/2/layout/IconVerticalSolidList"/>
    <dgm:cxn modelId="{C56545F9-5F41-4B75-91DD-7BCF64AC2B63}" type="presParOf" srcId="{086BE221-1547-4869-B424-4BB6C98AA274}" destId="{9123D8F0-388D-436B-8524-6B0FA6E79E2F}" srcOrd="0" destOrd="0" presId="urn:microsoft.com/office/officeart/2018/2/layout/IconVerticalSolidList"/>
    <dgm:cxn modelId="{F2FE51FE-6D25-4D8F-9E0D-088B0D59B043}" type="presParOf" srcId="{086BE221-1547-4869-B424-4BB6C98AA274}" destId="{D97E48C5-5B57-41E9-A29F-CDC45AF5637E}" srcOrd="1" destOrd="0" presId="urn:microsoft.com/office/officeart/2018/2/layout/IconVerticalSolidList"/>
    <dgm:cxn modelId="{7F4F609B-A9A5-4EDC-8D0B-712937ED2353}" type="presParOf" srcId="{086BE221-1547-4869-B424-4BB6C98AA274}" destId="{C9D568A2-C04B-48D9-ABD9-3F5B43254F41}" srcOrd="2" destOrd="0" presId="urn:microsoft.com/office/officeart/2018/2/layout/IconVerticalSolidList"/>
    <dgm:cxn modelId="{5E247708-0674-4838-9E9A-986A63FAC5DB}" type="presParOf" srcId="{086BE221-1547-4869-B424-4BB6C98AA274}" destId="{A1A8CAAA-3DB5-46B0-938E-5A84A832EEF9}" srcOrd="3" destOrd="0" presId="urn:microsoft.com/office/officeart/2018/2/layout/IconVerticalSolidList"/>
    <dgm:cxn modelId="{C5884600-CAA5-45ED-B51E-864E8D658AC6}" type="presParOf" srcId="{74FB124F-1D1D-4D31-84D1-ECCC34454C87}" destId="{560656CB-0B9F-4725-AD79-1AE3D9B69871}" srcOrd="9" destOrd="0" presId="urn:microsoft.com/office/officeart/2018/2/layout/IconVerticalSolidList"/>
    <dgm:cxn modelId="{2457D2A9-3427-4679-96A0-0D6A242E82F4}" type="presParOf" srcId="{74FB124F-1D1D-4D31-84D1-ECCC34454C87}" destId="{68BCBCB1-4D95-4ED9-92A9-AAB8A1EB7023}" srcOrd="10" destOrd="0" presId="urn:microsoft.com/office/officeart/2018/2/layout/IconVerticalSolidList"/>
    <dgm:cxn modelId="{660DEBF8-FC80-4855-899C-6859D170904D}" type="presParOf" srcId="{68BCBCB1-4D95-4ED9-92A9-AAB8A1EB7023}" destId="{C701126D-A28D-4726-B60B-3C8F85CC692B}" srcOrd="0" destOrd="0" presId="urn:microsoft.com/office/officeart/2018/2/layout/IconVerticalSolidList"/>
    <dgm:cxn modelId="{8DDED21D-8E49-4369-8F06-48583617EFBD}" type="presParOf" srcId="{68BCBCB1-4D95-4ED9-92A9-AAB8A1EB7023}" destId="{A7A218A8-CD9F-4232-BD60-A6871114CE6A}" srcOrd="1" destOrd="0" presId="urn:microsoft.com/office/officeart/2018/2/layout/IconVerticalSolidList"/>
    <dgm:cxn modelId="{4DAC4776-B4B0-4848-A7C8-F4C75C979B6A}" type="presParOf" srcId="{68BCBCB1-4D95-4ED9-92A9-AAB8A1EB7023}" destId="{55B592D9-10F1-49C2-9E08-0C0DA035568E}" srcOrd="2" destOrd="0" presId="urn:microsoft.com/office/officeart/2018/2/layout/IconVerticalSolidList"/>
    <dgm:cxn modelId="{77598137-52A9-4F9E-B1DE-E8AE0B2D67AB}" type="presParOf" srcId="{68BCBCB1-4D95-4ED9-92A9-AAB8A1EB7023}" destId="{07F482DC-C2F5-475A-9F7E-5254CAB7BFD9}" srcOrd="3" destOrd="0" presId="urn:microsoft.com/office/officeart/2018/2/layout/IconVerticalSolidList"/>
    <dgm:cxn modelId="{DBB511A5-E460-42B6-A90E-9ACF7196CD0C}" type="presParOf" srcId="{74FB124F-1D1D-4D31-84D1-ECCC34454C87}" destId="{F775B7B1-9640-4DA3-BC62-3DA4D5A667F1}" srcOrd="11" destOrd="0" presId="urn:microsoft.com/office/officeart/2018/2/layout/IconVerticalSolidList"/>
    <dgm:cxn modelId="{970142AC-3E98-490F-85AD-377C07FE107F}" type="presParOf" srcId="{74FB124F-1D1D-4D31-84D1-ECCC34454C87}" destId="{A367B78F-0AE6-497F-A003-1448A6D57F46}" srcOrd="12" destOrd="0" presId="urn:microsoft.com/office/officeart/2018/2/layout/IconVerticalSolidList"/>
    <dgm:cxn modelId="{3BB80002-24F4-4A7A-B8CB-88C4D5F0C7D3}" type="presParOf" srcId="{A367B78F-0AE6-497F-A003-1448A6D57F46}" destId="{14DAB3D6-6919-47D2-8BFA-E946637826AE}" srcOrd="0" destOrd="0" presId="urn:microsoft.com/office/officeart/2018/2/layout/IconVerticalSolidList"/>
    <dgm:cxn modelId="{CC7E6E3C-38FA-4D9C-ACB7-B9943A8B226D}" type="presParOf" srcId="{A367B78F-0AE6-497F-A003-1448A6D57F46}" destId="{E0759E68-6D64-4DEB-9AAB-CA3210260951}" srcOrd="1" destOrd="0" presId="urn:microsoft.com/office/officeart/2018/2/layout/IconVerticalSolidList"/>
    <dgm:cxn modelId="{0B34E17B-3E3F-4491-B4EA-B98B420D6D1A}" type="presParOf" srcId="{A367B78F-0AE6-497F-A003-1448A6D57F46}" destId="{03D0D64D-F985-4490-BB25-F96BAD1E7FD9}" srcOrd="2" destOrd="0" presId="urn:microsoft.com/office/officeart/2018/2/layout/IconVerticalSolidList"/>
    <dgm:cxn modelId="{EF4E2DBA-6E28-4707-9ED3-E6A776300E5E}" type="presParOf" srcId="{A367B78F-0AE6-497F-A003-1448A6D57F46}" destId="{46E37C46-0D9E-4381-B2A4-CF50342F6A59}" srcOrd="3" destOrd="0" presId="urn:microsoft.com/office/officeart/2018/2/layout/IconVerticalSolidList"/>
    <dgm:cxn modelId="{6FA10814-0AC9-4CE7-B596-3A5E115FA50B}" type="presParOf" srcId="{74FB124F-1D1D-4D31-84D1-ECCC34454C87}" destId="{04A5CF06-1BC2-4FF9-B533-CE8A2A359595}" srcOrd="13" destOrd="0" presId="urn:microsoft.com/office/officeart/2018/2/layout/IconVerticalSolidList"/>
    <dgm:cxn modelId="{955FAE7D-7717-433A-8366-F99D8905EFEB}" type="presParOf" srcId="{74FB124F-1D1D-4D31-84D1-ECCC34454C87}" destId="{B3D54F2F-11E4-4E6B-B123-AA920574B7D1}" srcOrd="14" destOrd="0" presId="urn:microsoft.com/office/officeart/2018/2/layout/IconVerticalSolidList"/>
    <dgm:cxn modelId="{FC7723E8-3494-41AB-8DD8-2CAC97CFAB6B}" type="presParOf" srcId="{B3D54F2F-11E4-4E6B-B123-AA920574B7D1}" destId="{F4504A54-6055-41BC-A6BB-81ABE36687B0}" srcOrd="0" destOrd="0" presId="urn:microsoft.com/office/officeart/2018/2/layout/IconVerticalSolidList"/>
    <dgm:cxn modelId="{D2AE9CC8-530B-4A5D-AB96-22AE68423128}" type="presParOf" srcId="{B3D54F2F-11E4-4E6B-B123-AA920574B7D1}" destId="{E6B3546D-AFF6-4D5F-B165-CF3254FBB784}" srcOrd="1" destOrd="0" presId="urn:microsoft.com/office/officeart/2018/2/layout/IconVerticalSolidList"/>
    <dgm:cxn modelId="{EF2CB5D3-5FDB-42F0-9551-F2CB4D360345}" type="presParOf" srcId="{B3D54F2F-11E4-4E6B-B123-AA920574B7D1}" destId="{4435355C-C08B-42B3-BB6B-8F76B1C723A0}" srcOrd="2" destOrd="0" presId="urn:microsoft.com/office/officeart/2018/2/layout/IconVerticalSolidList"/>
    <dgm:cxn modelId="{21015A2D-AC0E-4863-B43A-FD492864A84C}" type="presParOf" srcId="{B3D54F2F-11E4-4E6B-B123-AA920574B7D1}" destId="{032DFC0B-6D8D-4B2F-A1D0-040D9B25F7C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23192A3-1CE5-4BCF-941D-1A55CE6FFD8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A25A3C-92AB-4369-A5DA-98C30C406F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Feeds</a:t>
          </a:r>
        </a:p>
      </dgm:t>
    </dgm:pt>
    <dgm:pt modelId="{B49AC4CA-1782-4811-B9BE-FA47BCA6BF81}" type="parTrans" cxnId="{5EB2FB3C-633F-4E98-B5D3-29B1E5B84F03}">
      <dgm:prSet/>
      <dgm:spPr/>
      <dgm:t>
        <a:bodyPr/>
        <a:lstStyle/>
        <a:p>
          <a:endParaRPr lang="en-US"/>
        </a:p>
      </dgm:t>
    </dgm:pt>
    <dgm:pt modelId="{3F418A86-4B9C-4849-9F6D-4BEEC692BECE}" type="sibTrans" cxnId="{5EB2FB3C-633F-4E98-B5D3-29B1E5B84F03}">
      <dgm:prSet/>
      <dgm:spPr/>
      <dgm:t>
        <a:bodyPr/>
        <a:lstStyle/>
        <a:p>
          <a:endParaRPr lang="en-US"/>
        </a:p>
      </dgm:t>
    </dgm:pt>
    <dgm:pt modelId="{DC2D1D74-7F30-4362-9190-9A44065B60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Feeds generates new documents when updated</a:t>
          </a:r>
        </a:p>
      </dgm:t>
    </dgm:pt>
    <dgm:pt modelId="{28CA5915-1D7C-4DB1-AFB2-A682F093CDDB}" type="parTrans" cxnId="{C7DADB81-B2A2-4E88-9107-559BDEEF8EEA}">
      <dgm:prSet/>
      <dgm:spPr/>
      <dgm:t>
        <a:bodyPr/>
        <a:lstStyle/>
        <a:p>
          <a:endParaRPr lang="en-US"/>
        </a:p>
      </dgm:t>
    </dgm:pt>
    <dgm:pt modelId="{869F6329-49CE-4B77-99B6-DABA53DEA366}" type="sibTrans" cxnId="{C7DADB81-B2A2-4E88-9107-559BDEEF8EEA}">
      <dgm:prSet/>
      <dgm:spPr/>
      <dgm:t>
        <a:bodyPr/>
        <a:lstStyle/>
        <a:p>
          <a:endParaRPr lang="en-US"/>
        </a:p>
      </dgm:t>
    </dgm:pt>
    <dgm:pt modelId="{B6EAECE4-8AE0-41C8-997E-5721B5B240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Feeds are defined using other “source” feeds and possibly null transformer</a:t>
          </a:r>
        </a:p>
      </dgm:t>
    </dgm:pt>
    <dgm:pt modelId="{1987902F-45E3-410C-94BD-2BA275D1BB30}" type="parTrans" cxnId="{00961559-8BC3-44ED-A4F1-D8ADCB817B92}">
      <dgm:prSet/>
      <dgm:spPr/>
      <dgm:t>
        <a:bodyPr/>
        <a:lstStyle/>
        <a:p>
          <a:endParaRPr lang="en-US"/>
        </a:p>
      </dgm:t>
    </dgm:pt>
    <dgm:pt modelId="{81B6BA12-1D86-422D-9AAD-24C4BFA01F4D}" type="sibTrans" cxnId="{00961559-8BC3-44ED-A4F1-D8ADCB817B92}">
      <dgm:prSet/>
      <dgm:spPr/>
      <dgm:t>
        <a:bodyPr/>
        <a:lstStyle/>
        <a:p>
          <a:endParaRPr lang="en-US"/>
        </a:p>
      </dgm:t>
    </dgm:pt>
    <dgm:pt modelId="{BE5E6C4F-1F93-428D-AB63-7E66C7A940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Atomic feeds are just external content API calls and has no source feed or transformer</a:t>
          </a:r>
        </a:p>
      </dgm:t>
    </dgm:pt>
    <dgm:pt modelId="{CBA2B4E9-2C63-48EA-AB75-3E86647F8193}" type="parTrans" cxnId="{42C5D9CA-FABE-4F92-96CC-8F8F414F3863}">
      <dgm:prSet/>
      <dgm:spPr/>
      <dgm:t>
        <a:bodyPr/>
        <a:lstStyle/>
        <a:p>
          <a:endParaRPr lang="en-US"/>
        </a:p>
      </dgm:t>
    </dgm:pt>
    <dgm:pt modelId="{25F19623-F59A-4471-91EF-66CC121B15C6}" type="sibTrans" cxnId="{42C5D9CA-FABE-4F92-96CC-8F8F414F3863}">
      <dgm:prSet/>
      <dgm:spPr/>
      <dgm:t>
        <a:bodyPr/>
        <a:lstStyle/>
        <a:p>
          <a:endParaRPr lang="en-US"/>
        </a:p>
      </dgm:t>
    </dgm:pt>
    <dgm:pt modelId="{D5D6FC23-EEE0-49DB-8103-0CF433C0DB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Transformers</a:t>
          </a:r>
        </a:p>
      </dgm:t>
    </dgm:pt>
    <dgm:pt modelId="{1724F77C-7BC5-4680-B40C-5370BD690AA1}" type="parTrans" cxnId="{6382384F-9C35-4E2E-8935-084B7362D1A6}">
      <dgm:prSet/>
      <dgm:spPr/>
      <dgm:t>
        <a:bodyPr/>
        <a:lstStyle/>
        <a:p>
          <a:endParaRPr lang="en-US"/>
        </a:p>
      </dgm:t>
    </dgm:pt>
    <dgm:pt modelId="{CA59F94E-3662-4831-B00D-3A6DDF9B9795}" type="sibTrans" cxnId="{6382384F-9C35-4E2E-8935-084B7362D1A6}">
      <dgm:prSet/>
      <dgm:spPr/>
      <dgm:t>
        <a:bodyPr/>
        <a:lstStyle/>
        <a:p>
          <a:endParaRPr lang="en-US"/>
        </a:p>
      </dgm:t>
    </dgm:pt>
    <dgm:pt modelId="{967FC82A-8012-4FDF-8A3B-D3FC92F937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single transformers is applied to an input feed and produce an output feed</a:t>
          </a:r>
        </a:p>
      </dgm:t>
    </dgm:pt>
    <dgm:pt modelId="{31773BB0-0B7D-49E4-BA0D-3A60D3D41B33}" type="parTrans" cxnId="{831E773B-C355-4B72-9FC9-D2AF97C0F76E}">
      <dgm:prSet/>
      <dgm:spPr/>
      <dgm:t>
        <a:bodyPr/>
        <a:lstStyle/>
        <a:p>
          <a:endParaRPr lang="en-US"/>
        </a:p>
      </dgm:t>
    </dgm:pt>
    <dgm:pt modelId="{64C9DF4A-646B-414B-9AFD-62B695006989}" type="sibTrans" cxnId="{831E773B-C355-4B72-9FC9-D2AF97C0F76E}">
      <dgm:prSet/>
      <dgm:spPr/>
      <dgm:t>
        <a:bodyPr/>
        <a:lstStyle/>
        <a:p>
          <a:endParaRPr lang="en-US"/>
        </a:p>
      </dgm:t>
    </dgm:pt>
    <dgm:pt modelId="{00C31374-BD7A-4770-9CE4-6E7D3077E2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New transformer can be created from a chain (possibly NULL) of existing transformers</a:t>
          </a:r>
        </a:p>
      </dgm:t>
    </dgm:pt>
    <dgm:pt modelId="{3BF719A9-25FD-4427-B6F5-18A608D18733}" type="parTrans" cxnId="{B7175EBB-60D2-4F2D-BDD2-2EEF6DF2B4D6}">
      <dgm:prSet/>
      <dgm:spPr/>
      <dgm:t>
        <a:bodyPr/>
        <a:lstStyle/>
        <a:p>
          <a:endParaRPr lang="en-US"/>
        </a:p>
      </dgm:t>
    </dgm:pt>
    <dgm:pt modelId="{93CA327E-40B0-433E-A067-78B1292E47CA}" type="sibTrans" cxnId="{B7175EBB-60D2-4F2D-BDD2-2EEF6DF2B4D6}">
      <dgm:prSet/>
      <dgm:spPr/>
      <dgm:t>
        <a:bodyPr/>
        <a:lstStyle/>
        <a:p>
          <a:endParaRPr lang="en-US"/>
        </a:p>
      </dgm:t>
    </dgm:pt>
    <dgm:pt modelId="{ACAE0D88-0537-46C5-8A2D-7570605CCE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single transformer invocation processes a document in input feed and returns a doc for the output feed</a:t>
          </a:r>
        </a:p>
      </dgm:t>
    </dgm:pt>
    <dgm:pt modelId="{E2C2FDC3-1D2E-4097-A78F-5D363F3961B6}" type="parTrans" cxnId="{096D08FF-E733-4F85-8378-7214053CB33F}">
      <dgm:prSet/>
      <dgm:spPr/>
      <dgm:t>
        <a:bodyPr/>
        <a:lstStyle/>
        <a:p>
          <a:endParaRPr lang="en-US"/>
        </a:p>
      </dgm:t>
    </dgm:pt>
    <dgm:pt modelId="{12A50DAD-D509-4949-932F-9B461AD23CA0}" type="sibTrans" cxnId="{096D08FF-E733-4F85-8378-7214053CB33F}">
      <dgm:prSet/>
      <dgm:spPr/>
      <dgm:t>
        <a:bodyPr/>
        <a:lstStyle/>
        <a:p>
          <a:endParaRPr lang="en-US"/>
        </a:p>
      </dgm:t>
    </dgm:pt>
    <dgm:pt modelId="{33B80553-97AA-49D4-BC66-1F848D58AB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Atomic transformers are just external model API calls</a:t>
          </a:r>
        </a:p>
      </dgm:t>
    </dgm:pt>
    <dgm:pt modelId="{A0FF516C-820B-42B8-93B5-EC9AF65ED030}" type="parTrans" cxnId="{5F931E0E-B758-4EA4-8DBD-02C995C5FD8D}">
      <dgm:prSet/>
      <dgm:spPr/>
      <dgm:t>
        <a:bodyPr/>
        <a:lstStyle/>
        <a:p>
          <a:endParaRPr lang="en-US"/>
        </a:p>
      </dgm:t>
    </dgm:pt>
    <dgm:pt modelId="{EDA18D2A-ECD9-441C-9570-52ED42CB5476}" type="sibTrans" cxnId="{5F931E0E-B758-4EA4-8DBD-02C995C5FD8D}">
      <dgm:prSet/>
      <dgm:spPr/>
      <dgm:t>
        <a:bodyPr/>
        <a:lstStyle/>
        <a:p>
          <a:endParaRPr lang="en-US"/>
        </a:p>
      </dgm:t>
    </dgm:pt>
    <dgm:pt modelId="{6D154246-E7DF-45F7-92A1-829AC12F9F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Documents</a:t>
          </a:r>
        </a:p>
      </dgm:t>
    </dgm:pt>
    <dgm:pt modelId="{CF906278-DB69-4C63-A6B5-F6B2713AB43D}" type="parTrans" cxnId="{162D107C-55C2-40DA-88ED-9EFD50FC2F08}">
      <dgm:prSet/>
      <dgm:spPr/>
      <dgm:t>
        <a:bodyPr/>
        <a:lstStyle/>
        <a:p>
          <a:endParaRPr lang="en-US"/>
        </a:p>
      </dgm:t>
    </dgm:pt>
    <dgm:pt modelId="{A5732B1C-43DB-48CA-AB2C-82C4FCA79F23}" type="sibTrans" cxnId="{162D107C-55C2-40DA-88ED-9EFD50FC2F08}">
      <dgm:prSet/>
      <dgm:spPr/>
      <dgm:t>
        <a:bodyPr/>
        <a:lstStyle/>
        <a:p>
          <a:endParaRPr lang="en-US"/>
        </a:p>
      </dgm:t>
    </dgm:pt>
    <dgm:pt modelId="{F6667548-AFF7-4ED4-A87A-A54AD5B990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Document is a collection of named typed fields</a:t>
          </a:r>
        </a:p>
      </dgm:t>
    </dgm:pt>
    <dgm:pt modelId="{DD1A29B8-74E0-49AA-A5E6-C4CE847F3CA5}" type="parTrans" cxnId="{7D0C4667-0430-41E0-A622-64BBF3115484}">
      <dgm:prSet/>
      <dgm:spPr/>
      <dgm:t>
        <a:bodyPr/>
        <a:lstStyle/>
        <a:p>
          <a:endParaRPr lang="en-US"/>
        </a:p>
      </dgm:t>
    </dgm:pt>
    <dgm:pt modelId="{15CB287D-2A89-4A2D-9580-B11FE9488FF8}" type="sibTrans" cxnId="{7D0C4667-0430-41E0-A622-64BBF3115484}">
      <dgm:prSet/>
      <dgm:spPr/>
      <dgm:t>
        <a:bodyPr/>
        <a:lstStyle/>
        <a:p>
          <a:endParaRPr lang="en-US"/>
        </a:p>
      </dgm:t>
    </dgm:pt>
    <dgm:pt modelId="{D16E2AC5-6655-4FE6-9A18-439A813A55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Some field names are reserved and standardized</a:t>
          </a:r>
        </a:p>
      </dgm:t>
    </dgm:pt>
    <dgm:pt modelId="{93D9F071-53D9-4CFC-995A-081FB9FF5FD6}" type="parTrans" cxnId="{515AD33F-679E-4FD7-B462-E5E89CECDC16}">
      <dgm:prSet/>
      <dgm:spPr/>
      <dgm:t>
        <a:bodyPr/>
        <a:lstStyle/>
        <a:p>
          <a:endParaRPr lang="en-US"/>
        </a:p>
      </dgm:t>
    </dgm:pt>
    <dgm:pt modelId="{DD5BB6D6-34E6-4728-89D8-DDC441DEAF45}" type="sibTrans" cxnId="{515AD33F-679E-4FD7-B462-E5E89CECDC16}">
      <dgm:prSet/>
      <dgm:spPr/>
      <dgm:t>
        <a:bodyPr/>
        <a:lstStyle/>
        <a:p>
          <a:endParaRPr lang="en-US"/>
        </a:p>
      </dgm:t>
    </dgm:pt>
    <dgm:pt modelId="{CAC6BE2E-D67A-4E73-B432-B79C870E51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Fields might contain multimedia items (images , audio, video)</a:t>
          </a:r>
        </a:p>
      </dgm:t>
    </dgm:pt>
    <dgm:pt modelId="{BC2BC7CD-8AA3-4047-93FD-EA51FBEB8930}" type="parTrans" cxnId="{009AA48E-EA52-4E41-B1C8-86A47266C427}">
      <dgm:prSet/>
      <dgm:spPr/>
      <dgm:t>
        <a:bodyPr/>
        <a:lstStyle/>
        <a:p>
          <a:endParaRPr lang="en-US"/>
        </a:p>
      </dgm:t>
    </dgm:pt>
    <dgm:pt modelId="{ABD7C961-1C54-4EC4-8576-3FB3E2A0D25C}" type="sibTrans" cxnId="{009AA48E-EA52-4E41-B1C8-86A47266C427}">
      <dgm:prSet/>
      <dgm:spPr/>
      <dgm:t>
        <a:bodyPr/>
        <a:lstStyle/>
        <a:p>
          <a:endParaRPr lang="en-US"/>
        </a:p>
      </dgm:t>
    </dgm:pt>
    <dgm:pt modelId="{6B74D7C4-BF31-4C2C-9144-A3B579CB7014}" type="pres">
      <dgm:prSet presAssocID="{A23192A3-1CE5-4BCF-941D-1A55CE6FFD81}" presName="root" presStyleCnt="0">
        <dgm:presLayoutVars>
          <dgm:dir/>
          <dgm:resizeHandles val="exact"/>
        </dgm:presLayoutVars>
      </dgm:prSet>
      <dgm:spPr/>
    </dgm:pt>
    <dgm:pt modelId="{00B04F5C-9BB2-4A77-827D-620687DE5686}" type="pres">
      <dgm:prSet presAssocID="{1CA25A3C-92AB-4369-A5DA-98C30C406F81}" presName="compNode" presStyleCnt="0"/>
      <dgm:spPr/>
    </dgm:pt>
    <dgm:pt modelId="{13D313FB-D64A-4C03-B98B-A97846508EA9}" type="pres">
      <dgm:prSet presAssocID="{1CA25A3C-92AB-4369-A5DA-98C30C406F81}" presName="bgRect" presStyleLbl="bgShp" presStyleIdx="0" presStyleCnt="3"/>
      <dgm:spPr/>
    </dgm:pt>
    <dgm:pt modelId="{CBD507DA-857F-4035-BE86-A3259D89DEA1}" type="pres">
      <dgm:prSet presAssocID="{1CA25A3C-92AB-4369-A5DA-98C30C406F8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1234996-15A0-4AB0-AC1F-23E5410B0F25}" type="pres">
      <dgm:prSet presAssocID="{1CA25A3C-92AB-4369-A5DA-98C30C406F81}" presName="spaceRect" presStyleCnt="0"/>
      <dgm:spPr/>
    </dgm:pt>
    <dgm:pt modelId="{06DBECDD-0C20-4181-A96B-4982D6FDBE37}" type="pres">
      <dgm:prSet presAssocID="{1CA25A3C-92AB-4369-A5DA-98C30C406F81}" presName="parTx" presStyleLbl="revTx" presStyleIdx="0" presStyleCnt="6">
        <dgm:presLayoutVars>
          <dgm:chMax val="0"/>
          <dgm:chPref val="0"/>
        </dgm:presLayoutVars>
      </dgm:prSet>
      <dgm:spPr/>
    </dgm:pt>
    <dgm:pt modelId="{C497F293-0575-49AA-9B00-8FCB1C6B8A13}" type="pres">
      <dgm:prSet presAssocID="{1CA25A3C-92AB-4369-A5DA-98C30C406F81}" presName="desTx" presStyleLbl="revTx" presStyleIdx="1" presStyleCnt="6" custScaleX="202249">
        <dgm:presLayoutVars/>
      </dgm:prSet>
      <dgm:spPr/>
    </dgm:pt>
    <dgm:pt modelId="{E92CB219-B81D-4BD5-9FE6-F4484DD31D81}" type="pres">
      <dgm:prSet presAssocID="{3F418A86-4B9C-4849-9F6D-4BEEC692BECE}" presName="sibTrans" presStyleCnt="0"/>
      <dgm:spPr/>
    </dgm:pt>
    <dgm:pt modelId="{CD49C487-CEA2-4489-B16A-67CEDFD06518}" type="pres">
      <dgm:prSet presAssocID="{D5D6FC23-EEE0-49DB-8103-0CF433C0DB7F}" presName="compNode" presStyleCnt="0"/>
      <dgm:spPr/>
    </dgm:pt>
    <dgm:pt modelId="{90737EEC-5AFC-49F1-89C7-CCCB801DB679}" type="pres">
      <dgm:prSet presAssocID="{D5D6FC23-EEE0-49DB-8103-0CF433C0DB7F}" presName="bgRect" presStyleLbl="bgShp" presStyleIdx="1" presStyleCnt="3"/>
      <dgm:spPr/>
    </dgm:pt>
    <dgm:pt modelId="{1F240AA6-C90E-4C48-959D-4EE0C2094C63}" type="pres">
      <dgm:prSet presAssocID="{D5D6FC23-EEE0-49DB-8103-0CF433C0DB7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E4418AD8-520E-4A17-9A87-985FFF6420B0}" type="pres">
      <dgm:prSet presAssocID="{D5D6FC23-EEE0-49DB-8103-0CF433C0DB7F}" presName="spaceRect" presStyleCnt="0"/>
      <dgm:spPr/>
    </dgm:pt>
    <dgm:pt modelId="{8ACBBF75-30AB-40A0-B53D-C6EE91E1E0DA}" type="pres">
      <dgm:prSet presAssocID="{D5D6FC23-EEE0-49DB-8103-0CF433C0DB7F}" presName="parTx" presStyleLbl="revTx" presStyleIdx="2" presStyleCnt="6">
        <dgm:presLayoutVars>
          <dgm:chMax val="0"/>
          <dgm:chPref val="0"/>
        </dgm:presLayoutVars>
      </dgm:prSet>
      <dgm:spPr/>
    </dgm:pt>
    <dgm:pt modelId="{078E6694-1C2D-4F15-A6E5-C420D60C5D8B}" type="pres">
      <dgm:prSet presAssocID="{D5D6FC23-EEE0-49DB-8103-0CF433C0DB7F}" presName="desTx" presStyleLbl="revTx" presStyleIdx="3" presStyleCnt="6" custScaleX="203216">
        <dgm:presLayoutVars/>
      </dgm:prSet>
      <dgm:spPr/>
    </dgm:pt>
    <dgm:pt modelId="{518FE634-E439-4841-BA71-6CE324CF7534}" type="pres">
      <dgm:prSet presAssocID="{CA59F94E-3662-4831-B00D-3A6DDF9B9795}" presName="sibTrans" presStyleCnt="0"/>
      <dgm:spPr/>
    </dgm:pt>
    <dgm:pt modelId="{F457BC5C-686F-411F-94D7-A4E4056215F4}" type="pres">
      <dgm:prSet presAssocID="{6D154246-E7DF-45F7-92A1-829AC12F9F7F}" presName="compNode" presStyleCnt="0"/>
      <dgm:spPr/>
    </dgm:pt>
    <dgm:pt modelId="{4139A3A0-1D98-4692-8E63-85FF16FE8200}" type="pres">
      <dgm:prSet presAssocID="{6D154246-E7DF-45F7-92A1-829AC12F9F7F}" presName="bgRect" presStyleLbl="bgShp" presStyleIdx="2" presStyleCnt="3"/>
      <dgm:spPr/>
    </dgm:pt>
    <dgm:pt modelId="{08C856FF-F5E0-4E2D-A7F9-76E8F1A91AB6}" type="pres">
      <dgm:prSet presAssocID="{6D154246-E7DF-45F7-92A1-829AC12F9F7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B97D47D-BAE0-4423-B514-43B298ED52D3}" type="pres">
      <dgm:prSet presAssocID="{6D154246-E7DF-45F7-92A1-829AC12F9F7F}" presName="spaceRect" presStyleCnt="0"/>
      <dgm:spPr/>
    </dgm:pt>
    <dgm:pt modelId="{C9D98288-77FB-4F5F-AE82-C81D0C9CAD5B}" type="pres">
      <dgm:prSet presAssocID="{6D154246-E7DF-45F7-92A1-829AC12F9F7F}" presName="parTx" presStyleLbl="revTx" presStyleIdx="4" presStyleCnt="6">
        <dgm:presLayoutVars>
          <dgm:chMax val="0"/>
          <dgm:chPref val="0"/>
        </dgm:presLayoutVars>
      </dgm:prSet>
      <dgm:spPr/>
    </dgm:pt>
    <dgm:pt modelId="{F00D015C-7916-4CC0-A3BF-362699498ED6}" type="pres">
      <dgm:prSet presAssocID="{6D154246-E7DF-45F7-92A1-829AC12F9F7F}" presName="desTx" presStyleLbl="revTx" presStyleIdx="5" presStyleCnt="6" custScaleX="200407">
        <dgm:presLayoutVars/>
      </dgm:prSet>
      <dgm:spPr/>
    </dgm:pt>
  </dgm:ptLst>
  <dgm:cxnLst>
    <dgm:cxn modelId="{D56EE307-DBFF-478C-99AE-4CD3CB63C763}" type="presOf" srcId="{33B80553-97AA-49D4-BC66-1F848D58ABD1}" destId="{078E6694-1C2D-4F15-A6E5-C420D60C5D8B}" srcOrd="0" destOrd="3" presId="urn:microsoft.com/office/officeart/2018/2/layout/IconVerticalSolidList"/>
    <dgm:cxn modelId="{5F931E0E-B758-4EA4-8DBD-02C995C5FD8D}" srcId="{D5D6FC23-EEE0-49DB-8103-0CF433C0DB7F}" destId="{33B80553-97AA-49D4-BC66-1F848D58ABD1}" srcOrd="3" destOrd="0" parTransId="{A0FF516C-820B-42B8-93B5-EC9AF65ED030}" sibTransId="{EDA18D2A-ECD9-441C-9570-52ED42CB5476}"/>
    <dgm:cxn modelId="{FD611731-1A61-4052-A29C-7C42284FCCFE}" type="presOf" srcId="{B6EAECE4-8AE0-41C8-997E-5721B5B240A2}" destId="{C497F293-0575-49AA-9B00-8FCB1C6B8A13}" srcOrd="0" destOrd="1" presId="urn:microsoft.com/office/officeart/2018/2/layout/IconVerticalSolidList"/>
    <dgm:cxn modelId="{53D77635-459D-4B2D-8CCF-51ACC464FFD7}" type="presOf" srcId="{A23192A3-1CE5-4BCF-941D-1A55CE6FFD81}" destId="{6B74D7C4-BF31-4C2C-9144-A3B579CB7014}" srcOrd="0" destOrd="0" presId="urn:microsoft.com/office/officeart/2018/2/layout/IconVerticalSolidList"/>
    <dgm:cxn modelId="{831E773B-C355-4B72-9FC9-D2AF97C0F76E}" srcId="{D5D6FC23-EEE0-49DB-8103-0CF433C0DB7F}" destId="{967FC82A-8012-4FDF-8A3B-D3FC92F9371B}" srcOrd="0" destOrd="0" parTransId="{31773BB0-0B7D-49E4-BA0D-3A60D3D41B33}" sibTransId="{64C9DF4A-646B-414B-9AFD-62B695006989}"/>
    <dgm:cxn modelId="{5EB2FB3C-633F-4E98-B5D3-29B1E5B84F03}" srcId="{A23192A3-1CE5-4BCF-941D-1A55CE6FFD81}" destId="{1CA25A3C-92AB-4369-A5DA-98C30C406F81}" srcOrd="0" destOrd="0" parTransId="{B49AC4CA-1782-4811-B9BE-FA47BCA6BF81}" sibTransId="{3F418A86-4B9C-4849-9F6D-4BEEC692BECE}"/>
    <dgm:cxn modelId="{515AD33F-679E-4FD7-B462-E5E89CECDC16}" srcId="{6D154246-E7DF-45F7-92A1-829AC12F9F7F}" destId="{D16E2AC5-6655-4FE6-9A18-439A813A55F0}" srcOrd="1" destOrd="0" parTransId="{93D9F071-53D9-4CFC-995A-081FB9FF5FD6}" sibTransId="{DD5BB6D6-34E6-4728-89D8-DDC441DEAF45}"/>
    <dgm:cxn modelId="{7D0C4667-0430-41E0-A622-64BBF3115484}" srcId="{6D154246-E7DF-45F7-92A1-829AC12F9F7F}" destId="{F6667548-AFF7-4ED4-A87A-A54AD5B990FA}" srcOrd="0" destOrd="0" parTransId="{DD1A29B8-74E0-49AA-A5E6-C4CE847F3CA5}" sibTransId="{15CB287D-2A89-4A2D-9580-B11FE9488FF8}"/>
    <dgm:cxn modelId="{E6B9D36C-DCD3-4853-9618-306E20329C38}" type="presOf" srcId="{BE5E6C4F-1F93-428D-AB63-7E66C7A94088}" destId="{C497F293-0575-49AA-9B00-8FCB1C6B8A13}" srcOrd="0" destOrd="2" presId="urn:microsoft.com/office/officeart/2018/2/layout/IconVerticalSolidList"/>
    <dgm:cxn modelId="{1378EF4E-A9A3-400A-B5C4-106EB5FB3E30}" type="presOf" srcId="{6D154246-E7DF-45F7-92A1-829AC12F9F7F}" destId="{C9D98288-77FB-4F5F-AE82-C81D0C9CAD5B}" srcOrd="0" destOrd="0" presId="urn:microsoft.com/office/officeart/2018/2/layout/IconVerticalSolidList"/>
    <dgm:cxn modelId="{6382384F-9C35-4E2E-8935-084B7362D1A6}" srcId="{A23192A3-1CE5-4BCF-941D-1A55CE6FFD81}" destId="{D5D6FC23-EEE0-49DB-8103-0CF433C0DB7F}" srcOrd="1" destOrd="0" parTransId="{1724F77C-7BC5-4680-B40C-5370BD690AA1}" sibTransId="{CA59F94E-3662-4831-B00D-3A6DDF9B9795}"/>
    <dgm:cxn modelId="{15749170-D105-40F9-9620-907D9BE5EE42}" type="presOf" srcId="{DC2D1D74-7F30-4362-9190-9A44065B6044}" destId="{C497F293-0575-49AA-9B00-8FCB1C6B8A13}" srcOrd="0" destOrd="0" presId="urn:microsoft.com/office/officeart/2018/2/layout/IconVerticalSolidList"/>
    <dgm:cxn modelId="{BBBA7376-A1C1-4D03-A575-4CC604BFF956}" type="presOf" srcId="{CAC6BE2E-D67A-4E73-B432-B79C870E5178}" destId="{F00D015C-7916-4CC0-A3BF-362699498ED6}" srcOrd="0" destOrd="2" presId="urn:microsoft.com/office/officeart/2018/2/layout/IconVerticalSolidList"/>
    <dgm:cxn modelId="{21359276-7143-4044-BEEF-A1F1A53D99FB}" type="presOf" srcId="{F6667548-AFF7-4ED4-A87A-A54AD5B990FA}" destId="{F00D015C-7916-4CC0-A3BF-362699498ED6}" srcOrd="0" destOrd="0" presId="urn:microsoft.com/office/officeart/2018/2/layout/IconVerticalSolidList"/>
    <dgm:cxn modelId="{00961559-8BC3-44ED-A4F1-D8ADCB817B92}" srcId="{1CA25A3C-92AB-4369-A5DA-98C30C406F81}" destId="{B6EAECE4-8AE0-41C8-997E-5721B5B240A2}" srcOrd="1" destOrd="0" parTransId="{1987902F-45E3-410C-94BD-2BA275D1BB30}" sibTransId="{81B6BA12-1D86-422D-9AAD-24C4BFA01F4D}"/>
    <dgm:cxn modelId="{162D107C-55C2-40DA-88ED-9EFD50FC2F08}" srcId="{A23192A3-1CE5-4BCF-941D-1A55CE6FFD81}" destId="{6D154246-E7DF-45F7-92A1-829AC12F9F7F}" srcOrd="2" destOrd="0" parTransId="{CF906278-DB69-4C63-A6B5-F6B2713AB43D}" sibTransId="{A5732B1C-43DB-48CA-AB2C-82C4FCA79F23}"/>
    <dgm:cxn modelId="{203E437C-DFB3-4BDE-94DE-917489656EF3}" type="presOf" srcId="{ACAE0D88-0537-46C5-8A2D-7570605CCE70}" destId="{078E6694-1C2D-4F15-A6E5-C420D60C5D8B}" srcOrd="0" destOrd="2" presId="urn:microsoft.com/office/officeart/2018/2/layout/IconVerticalSolidList"/>
    <dgm:cxn modelId="{C7DADB81-B2A2-4E88-9107-559BDEEF8EEA}" srcId="{1CA25A3C-92AB-4369-A5DA-98C30C406F81}" destId="{DC2D1D74-7F30-4362-9190-9A44065B6044}" srcOrd="0" destOrd="0" parTransId="{28CA5915-1D7C-4DB1-AFB2-A682F093CDDB}" sibTransId="{869F6329-49CE-4B77-99B6-DABA53DEA366}"/>
    <dgm:cxn modelId="{009AA48E-EA52-4E41-B1C8-86A47266C427}" srcId="{6D154246-E7DF-45F7-92A1-829AC12F9F7F}" destId="{CAC6BE2E-D67A-4E73-B432-B79C870E5178}" srcOrd="2" destOrd="0" parTransId="{BC2BC7CD-8AA3-4047-93FD-EA51FBEB8930}" sibTransId="{ABD7C961-1C54-4EC4-8576-3FB3E2A0D25C}"/>
    <dgm:cxn modelId="{212A6C8F-7AE8-4AB7-8125-6CE3BDA1B557}" type="presOf" srcId="{1CA25A3C-92AB-4369-A5DA-98C30C406F81}" destId="{06DBECDD-0C20-4181-A96B-4982D6FDBE37}" srcOrd="0" destOrd="0" presId="urn:microsoft.com/office/officeart/2018/2/layout/IconVerticalSolidList"/>
    <dgm:cxn modelId="{BD815DB9-8D67-4BAB-A088-20F1952B9AB7}" type="presOf" srcId="{D16E2AC5-6655-4FE6-9A18-439A813A55F0}" destId="{F00D015C-7916-4CC0-A3BF-362699498ED6}" srcOrd="0" destOrd="1" presId="urn:microsoft.com/office/officeart/2018/2/layout/IconVerticalSolidList"/>
    <dgm:cxn modelId="{B7175EBB-60D2-4F2D-BDD2-2EEF6DF2B4D6}" srcId="{D5D6FC23-EEE0-49DB-8103-0CF433C0DB7F}" destId="{00C31374-BD7A-4770-9CE4-6E7D3077E231}" srcOrd="1" destOrd="0" parTransId="{3BF719A9-25FD-4427-B6F5-18A608D18733}" sibTransId="{93CA327E-40B0-433E-A067-78B1292E47CA}"/>
    <dgm:cxn modelId="{42C5D9CA-FABE-4F92-96CC-8F8F414F3863}" srcId="{1CA25A3C-92AB-4369-A5DA-98C30C406F81}" destId="{BE5E6C4F-1F93-428D-AB63-7E66C7A94088}" srcOrd="2" destOrd="0" parTransId="{CBA2B4E9-2C63-48EA-AB75-3E86647F8193}" sibTransId="{25F19623-F59A-4471-91EF-66CC121B15C6}"/>
    <dgm:cxn modelId="{6C91D4D3-B486-48D7-AE44-682A8CD7925C}" type="presOf" srcId="{00C31374-BD7A-4770-9CE4-6E7D3077E231}" destId="{078E6694-1C2D-4F15-A6E5-C420D60C5D8B}" srcOrd="0" destOrd="1" presId="urn:microsoft.com/office/officeart/2018/2/layout/IconVerticalSolidList"/>
    <dgm:cxn modelId="{EB11ECF8-ABBD-4BD2-B2B8-9303EDC00332}" type="presOf" srcId="{967FC82A-8012-4FDF-8A3B-D3FC92F9371B}" destId="{078E6694-1C2D-4F15-A6E5-C420D60C5D8B}" srcOrd="0" destOrd="0" presId="urn:microsoft.com/office/officeart/2018/2/layout/IconVerticalSolidList"/>
    <dgm:cxn modelId="{27361DFD-DC35-49A3-B0BF-C612590BF4EA}" type="presOf" srcId="{D5D6FC23-EEE0-49DB-8103-0CF433C0DB7F}" destId="{8ACBBF75-30AB-40A0-B53D-C6EE91E1E0DA}" srcOrd="0" destOrd="0" presId="urn:microsoft.com/office/officeart/2018/2/layout/IconVerticalSolidList"/>
    <dgm:cxn modelId="{096D08FF-E733-4F85-8378-7214053CB33F}" srcId="{D5D6FC23-EEE0-49DB-8103-0CF433C0DB7F}" destId="{ACAE0D88-0537-46C5-8A2D-7570605CCE70}" srcOrd="2" destOrd="0" parTransId="{E2C2FDC3-1D2E-4097-A78F-5D363F3961B6}" sibTransId="{12A50DAD-D509-4949-932F-9B461AD23CA0}"/>
    <dgm:cxn modelId="{B82CC2E2-A9F9-4528-BF4C-B37046AA3BE5}" type="presParOf" srcId="{6B74D7C4-BF31-4C2C-9144-A3B579CB7014}" destId="{00B04F5C-9BB2-4A77-827D-620687DE5686}" srcOrd="0" destOrd="0" presId="urn:microsoft.com/office/officeart/2018/2/layout/IconVerticalSolidList"/>
    <dgm:cxn modelId="{4B94812D-5B62-4F83-AFC6-2B6598E0368F}" type="presParOf" srcId="{00B04F5C-9BB2-4A77-827D-620687DE5686}" destId="{13D313FB-D64A-4C03-B98B-A97846508EA9}" srcOrd="0" destOrd="0" presId="urn:microsoft.com/office/officeart/2018/2/layout/IconVerticalSolidList"/>
    <dgm:cxn modelId="{C6EDDAF8-2261-4326-A8DB-65DBA3C7983D}" type="presParOf" srcId="{00B04F5C-9BB2-4A77-827D-620687DE5686}" destId="{CBD507DA-857F-4035-BE86-A3259D89DEA1}" srcOrd="1" destOrd="0" presId="urn:microsoft.com/office/officeart/2018/2/layout/IconVerticalSolidList"/>
    <dgm:cxn modelId="{29905625-03D9-4026-97CE-DFC9C81F3B68}" type="presParOf" srcId="{00B04F5C-9BB2-4A77-827D-620687DE5686}" destId="{D1234996-15A0-4AB0-AC1F-23E5410B0F25}" srcOrd="2" destOrd="0" presId="urn:microsoft.com/office/officeart/2018/2/layout/IconVerticalSolidList"/>
    <dgm:cxn modelId="{7AA81C58-659F-4591-B6DB-A546CC2C2D21}" type="presParOf" srcId="{00B04F5C-9BB2-4A77-827D-620687DE5686}" destId="{06DBECDD-0C20-4181-A96B-4982D6FDBE37}" srcOrd="3" destOrd="0" presId="urn:microsoft.com/office/officeart/2018/2/layout/IconVerticalSolidList"/>
    <dgm:cxn modelId="{EBE56046-71AE-4F39-A800-A0537F44573D}" type="presParOf" srcId="{00B04F5C-9BB2-4A77-827D-620687DE5686}" destId="{C497F293-0575-49AA-9B00-8FCB1C6B8A13}" srcOrd="4" destOrd="0" presId="urn:microsoft.com/office/officeart/2018/2/layout/IconVerticalSolidList"/>
    <dgm:cxn modelId="{91D999F4-AB98-4555-A9FD-46D3D60DFF63}" type="presParOf" srcId="{6B74D7C4-BF31-4C2C-9144-A3B579CB7014}" destId="{E92CB219-B81D-4BD5-9FE6-F4484DD31D81}" srcOrd="1" destOrd="0" presId="urn:microsoft.com/office/officeart/2018/2/layout/IconVerticalSolidList"/>
    <dgm:cxn modelId="{FA203A84-7984-4598-93F0-5098DEAC6917}" type="presParOf" srcId="{6B74D7C4-BF31-4C2C-9144-A3B579CB7014}" destId="{CD49C487-CEA2-4489-B16A-67CEDFD06518}" srcOrd="2" destOrd="0" presId="urn:microsoft.com/office/officeart/2018/2/layout/IconVerticalSolidList"/>
    <dgm:cxn modelId="{7A249E0D-A86C-4B54-8332-6D5CD71D4E34}" type="presParOf" srcId="{CD49C487-CEA2-4489-B16A-67CEDFD06518}" destId="{90737EEC-5AFC-49F1-89C7-CCCB801DB679}" srcOrd="0" destOrd="0" presId="urn:microsoft.com/office/officeart/2018/2/layout/IconVerticalSolidList"/>
    <dgm:cxn modelId="{A1A944C1-8674-42B8-86EA-95297E31818C}" type="presParOf" srcId="{CD49C487-CEA2-4489-B16A-67CEDFD06518}" destId="{1F240AA6-C90E-4C48-959D-4EE0C2094C63}" srcOrd="1" destOrd="0" presId="urn:microsoft.com/office/officeart/2018/2/layout/IconVerticalSolidList"/>
    <dgm:cxn modelId="{FA6C0488-64C6-4DD4-8728-034F65E3FDC4}" type="presParOf" srcId="{CD49C487-CEA2-4489-B16A-67CEDFD06518}" destId="{E4418AD8-520E-4A17-9A87-985FFF6420B0}" srcOrd="2" destOrd="0" presId="urn:microsoft.com/office/officeart/2018/2/layout/IconVerticalSolidList"/>
    <dgm:cxn modelId="{4E210025-E506-4CC6-B899-FEA2BC41FEC0}" type="presParOf" srcId="{CD49C487-CEA2-4489-B16A-67CEDFD06518}" destId="{8ACBBF75-30AB-40A0-B53D-C6EE91E1E0DA}" srcOrd="3" destOrd="0" presId="urn:microsoft.com/office/officeart/2018/2/layout/IconVerticalSolidList"/>
    <dgm:cxn modelId="{2131DAE8-C259-4DAB-AF07-1CC782CDFC5D}" type="presParOf" srcId="{CD49C487-CEA2-4489-B16A-67CEDFD06518}" destId="{078E6694-1C2D-4F15-A6E5-C420D60C5D8B}" srcOrd="4" destOrd="0" presId="urn:microsoft.com/office/officeart/2018/2/layout/IconVerticalSolidList"/>
    <dgm:cxn modelId="{5505926B-F709-4193-89BA-FFB29EB138DA}" type="presParOf" srcId="{6B74D7C4-BF31-4C2C-9144-A3B579CB7014}" destId="{518FE634-E439-4841-BA71-6CE324CF7534}" srcOrd="3" destOrd="0" presId="urn:microsoft.com/office/officeart/2018/2/layout/IconVerticalSolidList"/>
    <dgm:cxn modelId="{1567BB4E-C85F-41F1-AFB4-BED7CBCC86EC}" type="presParOf" srcId="{6B74D7C4-BF31-4C2C-9144-A3B579CB7014}" destId="{F457BC5C-686F-411F-94D7-A4E4056215F4}" srcOrd="4" destOrd="0" presId="urn:microsoft.com/office/officeart/2018/2/layout/IconVerticalSolidList"/>
    <dgm:cxn modelId="{58C70CA6-4CAC-4BDF-8BD3-CDDAA7EE51A0}" type="presParOf" srcId="{F457BC5C-686F-411F-94D7-A4E4056215F4}" destId="{4139A3A0-1D98-4692-8E63-85FF16FE8200}" srcOrd="0" destOrd="0" presId="urn:microsoft.com/office/officeart/2018/2/layout/IconVerticalSolidList"/>
    <dgm:cxn modelId="{21C53AAD-782A-41BA-A23C-A17F75B4405E}" type="presParOf" srcId="{F457BC5C-686F-411F-94D7-A4E4056215F4}" destId="{08C856FF-F5E0-4E2D-A7F9-76E8F1A91AB6}" srcOrd="1" destOrd="0" presId="urn:microsoft.com/office/officeart/2018/2/layout/IconVerticalSolidList"/>
    <dgm:cxn modelId="{5E2E4541-5616-47D2-A3D4-FD8700BCEBE5}" type="presParOf" srcId="{F457BC5C-686F-411F-94D7-A4E4056215F4}" destId="{BB97D47D-BAE0-4423-B514-43B298ED52D3}" srcOrd="2" destOrd="0" presId="urn:microsoft.com/office/officeart/2018/2/layout/IconVerticalSolidList"/>
    <dgm:cxn modelId="{0EDB6F1A-86B0-45E0-82F1-627B944006C7}" type="presParOf" srcId="{F457BC5C-686F-411F-94D7-A4E4056215F4}" destId="{C9D98288-77FB-4F5F-AE82-C81D0C9CAD5B}" srcOrd="3" destOrd="0" presId="urn:microsoft.com/office/officeart/2018/2/layout/IconVerticalSolidList"/>
    <dgm:cxn modelId="{F4FB7855-53FD-4C1C-A0D8-33BE6A1869E1}" type="presParOf" srcId="{F457BC5C-686F-411F-94D7-A4E4056215F4}" destId="{F00D015C-7916-4CC0-A3BF-362699498ED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B8C84B5-99D1-49B3-BBBE-E1F5C8C07E6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D0FBA6-7933-44AD-89E8-5EB4577931D3}">
      <dgm:prSet/>
      <dgm:spPr/>
      <dgm:t>
        <a:bodyPr/>
        <a:lstStyle/>
        <a:p>
          <a:r>
            <a:rPr lang="en-US"/>
            <a:t>Navigation header</a:t>
          </a:r>
        </a:p>
      </dgm:t>
    </dgm:pt>
    <dgm:pt modelId="{26A0C1B8-2104-4D08-B39C-65C09055B45C}" type="parTrans" cxnId="{364B37B9-7FFA-4FA6-BA30-85D4F89DED07}">
      <dgm:prSet/>
      <dgm:spPr/>
      <dgm:t>
        <a:bodyPr/>
        <a:lstStyle/>
        <a:p>
          <a:endParaRPr lang="en-US"/>
        </a:p>
      </dgm:t>
    </dgm:pt>
    <dgm:pt modelId="{2D4469FA-1AA2-4294-917B-E11124B04E3E}" type="sibTrans" cxnId="{364B37B9-7FFA-4FA6-BA30-85D4F89DED07}">
      <dgm:prSet/>
      <dgm:spPr/>
      <dgm:t>
        <a:bodyPr/>
        <a:lstStyle/>
        <a:p>
          <a:endParaRPr lang="en-US"/>
        </a:p>
      </dgm:t>
    </dgm:pt>
    <dgm:pt modelId="{5B2BACFF-7CD2-48DE-9F57-02E37148D17B}">
      <dgm:prSet/>
      <dgm:spPr/>
      <dgm:t>
        <a:bodyPr/>
        <a:lstStyle/>
        <a:p>
          <a:r>
            <a:rPr lang="en-US"/>
            <a:t>Access to man landing pages: my channel/config/playground/catalogue</a:t>
          </a:r>
        </a:p>
      </dgm:t>
    </dgm:pt>
    <dgm:pt modelId="{E605D775-912A-4D50-A59B-9FFBD64475F2}" type="parTrans" cxnId="{BC64156D-DA41-43E4-9037-7528060A1FC3}">
      <dgm:prSet/>
      <dgm:spPr/>
      <dgm:t>
        <a:bodyPr/>
        <a:lstStyle/>
        <a:p>
          <a:endParaRPr lang="en-US"/>
        </a:p>
      </dgm:t>
    </dgm:pt>
    <dgm:pt modelId="{2BB174BE-A87D-4B34-92F4-BAD4347FA83F}" type="sibTrans" cxnId="{BC64156D-DA41-43E4-9037-7528060A1FC3}">
      <dgm:prSet/>
      <dgm:spPr/>
      <dgm:t>
        <a:bodyPr/>
        <a:lstStyle/>
        <a:p>
          <a:endParaRPr lang="en-US"/>
        </a:p>
      </dgm:t>
    </dgm:pt>
    <dgm:pt modelId="{23B8FB40-C17F-4757-8175-7BAE39E54A8E}">
      <dgm:prSet/>
      <dgm:spPr/>
      <dgm:t>
        <a:bodyPr/>
        <a:lstStyle/>
        <a:p>
          <a:r>
            <a:rPr lang="en-US"/>
            <a:t>Search bar</a:t>
          </a:r>
        </a:p>
      </dgm:t>
    </dgm:pt>
    <dgm:pt modelId="{356E54EF-443A-4E57-8360-4C0F879BCDAA}" type="parTrans" cxnId="{5AEE03DF-5BF0-4DCB-B9D9-A6250ACB13E7}">
      <dgm:prSet/>
      <dgm:spPr/>
      <dgm:t>
        <a:bodyPr/>
        <a:lstStyle/>
        <a:p>
          <a:endParaRPr lang="en-US"/>
        </a:p>
      </dgm:t>
    </dgm:pt>
    <dgm:pt modelId="{67799494-4DED-4B4D-A652-0FCFDF234AB4}" type="sibTrans" cxnId="{5AEE03DF-5BF0-4DCB-B9D9-A6250ACB13E7}">
      <dgm:prSet/>
      <dgm:spPr/>
      <dgm:t>
        <a:bodyPr/>
        <a:lstStyle/>
        <a:p>
          <a:endParaRPr lang="en-US"/>
        </a:p>
      </dgm:t>
    </dgm:pt>
    <dgm:pt modelId="{F5A869EB-3316-40E5-ACF1-C80A69B1F926}">
      <dgm:prSet/>
      <dgm:spPr/>
      <dgm:t>
        <a:bodyPr/>
        <a:lstStyle/>
        <a:p>
          <a:r>
            <a:rPr lang="en-US"/>
            <a:t>Search any elements using free text or typed filters</a:t>
          </a:r>
        </a:p>
      </dgm:t>
    </dgm:pt>
    <dgm:pt modelId="{97246085-91EE-4598-A55E-8A2A702AD8F4}" type="parTrans" cxnId="{F500BBEA-C873-4DA8-8A6E-5EEDD91AD79C}">
      <dgm:prSet/>
      <dgm:spPr/>
      <dgm:t>
        <a:bodyPr/>
        <a:lstStyle/>
        <a:p>
          <a:endParaRPr lang="en-US"/>
        </a:p>
      </dgm:t>
    </dgm:pt>
    <dgm:pt modelId="{2C2F093A-3CDB-4A99-9F76-26ACDE5364D0}" type="sibTrans" cxnId="{F500BBEA-C873-4DA8-8A6E-5EEDD91AD79C}">
      <dgm:prSet/>
      <dgm:spPr/>
      <dgm:t>
        <a:bodyPr/>
        <a:lstStyle/>
        <a:p>
          <a:endParaRPr lang="en-US"/>
        </a:p>
      </dgm:t>
    </dgm:pt>
    <dgm:pt modelId="{C871199A-8F31-4DAF-AC62-5F02E60DCDD7}">
      <dgm:prSet/>
      <dgm:spPr/>
      <dgm:t>
        <a:bodyPr/>
        <a:lstStyle/>
        <a:p>
          <a:r>
            <a:rPr lang="en-US"/>
            <a:t>Filter pane</a:t>
          </a:r>
        </a:p>
      </dgm:t>
    </dgm:pt>
    <dgm:pt modelId="{4AF8BC4E-672A-498A-863B-684BDA02A1C2}" type="parTrans" cxnId="{6F9A8999-934C-4072-8B2C-3310D06064D3}">
      <dgm:prSet/>
      <dgm:spPr/>
      <dgm:t>
        <a:bodyPr/>
        <a:lstStyle/>
        <a:p>
          <a:endParaRPr lang="en-US"/>
        </a:p>
      </dgm:t>
    </dgm:pt>
    <dgm:pt modelId="{8DF5B056-7251-4CF2-B870-BDE419FC9A4A}" type="sibTrans" cxnId="{6F9A8999-934C-4072-8B2C-3310D06064D3}">
      <dgm:prSet/>
      <dgm:spPr/>
      <dgm:t>
        <a:bodyPr/>
        <a:lstStyle/>
        <a:p>
          <a:endParaRPr lang="en-US"/>
        </a:p>
      </dgm:t>
    </dgm:pt>
    <dgm:pt modelId="{70F98784-6CAE-4616-9564-520D8D787E66}">
      <dgm:prSet/>
      <dgm:spPr/>
      <dgm:t>
        <a:bodyPr/>
        <a:lstStyle/>
        <a:p>
          <a:r>
            <a:rPr lang="en-US"/>
            <a:t>Filter elements by various criteria</a:t>
          </a:r>
        </a:p>
      </dgm:t>
    </dgm:pt>
    <dgm:pt modelId="{85C984E7-D411-40C7-A168-C995C5BDCFA9}" type="parTrans" cxnId="{C3932285-A6DB-4EB6-9E06-3AC29862C234}">
      <dgm:prSet/>
      <dgm:spPr/>
      <dgm:t>
        <a:bodyPr/>
        <a:lstStyle/>
        <a:p>
          <a:endParaRPr lang="en-US"/>
        </a:p>
      </dgm:t>
    </dgm:pt>
    <dgm:pt modelId="{4C45DB37-24A7-404C-B65B-D7D9C39FA637}" type="sibTrans" cxnId="{C3932285-A6DB-4EB6-9E06-3AC29862C234}">
      <dgm:prSet/>
      <dgm:spPr/>
      <dgm:t>
        <a:bodyPr/>
        <a:lstStyle/>
        <a:p>
          <a:endParaRPr lang="en-US"/>
        </a:p>
      </dgm:t>
    </dgm:pt>
    <dgm:pt modelId="{4423F835-8F96-4673-9A4C-1999E5FEDAB4}">
      <dgm:prSet/>
      <dgm:spPr/>
      <dgm:t>
        <a:bodyPr/>
        <a:lstStyle/>
        <a:p>
          <a:r>
            <a:rPr lang="en-US" dirty="0"/>
            <a:t>Element List</a:t>
          </a:r>
        </a:p>
      </dgm:t>
    </dgm:pt>
    <dgm:pt modelId="{308B2F1D-4328-4039-8CF8-78602715EE6C}" type="parTrans" cxnId="{B85DCEC6-B5AD-4193-B09F-77B41AFA69C4}">
      <dgm:prSet/>
      <dgm:spPr/>
      <dgm:t>
        <a:bodyPr/>
        <a:lstStyle/>
        <a:p>
          <a:endParaRPr lang="en-US"/>
        </a:p>
      </dgm:t>
    </dgm:pt>
    <dgm:pt modelId="{1A2E89BB-52AF-443E-B44A-C0BA573FE6A7}" type="sibTrans" cxnId="{B85DCEC6-B5AD-4193-B09F-77B41AFA69C4}">
      <dgm:prSet/>
      <dgm:spPr/>
      <dgm:t>
        <a:bodyPr/>
        <a:lstStyle/>
        <a:p>
          <a:endParaRPr lang="en-US"/>
        </a:p>
      </dgm:t>
    </dgm:pt>
    <dgm:pt modelId="{46860EB1-E987-4A37-A82A-830C62AB6F9D}">
      <dgm:prSet/>
      <dgm:spPr/>
      <dgm:t>
        <a:bodyPr/>
        <a:lstStyle/>
        <a:p>
          <a:r>
            <a:rPr lang="en-US"/>
            <a:t>Show list(scrollable) of elements with details</a:t>
          </a:r>
        </a:p>
      </dgm:t>
    </dgm:pt>
    <dgm:pt modelId="{0203AFA1-F294-4725-86B2-FC45971D0FB1}" type="parTrans" cxnId="{67C4E7FD-75EF-45F6-AD75-7B4DDA826442}">
      <dgm:prSet/>
      <dgm:spPr/>
      <dgm:t>
        <a:bodyPr/>
        <a:lstStyle/>
        <a:p>
          <a:endParaRPr lang="en-US"/>
        </a:p>
      </dgm:t>
    </dgm:pt>
    <dgm:pt modelId="{D18AE814-018E-4C87-8A4D-B7B328E84BA1}" type="sibTrans" cxnId="{67C4E7FD-75EF-45F6-AD75-7B4DDA826442}">
      <dgm:prSet/>
      <dgm:spPr/>
      <dgm:t>
        <a:bodyPr/>
        <a:lstStyle/>
        <a:p>
          <a:endParaRPr lang="en-US"/>
        </a:p>
      </dgm:t>
    </dgm:pt>
    <dgm:pt modelId="{123428E6-739E-49C5-8701-0FF057FA5A37}" type="pres">
      <dgm:prSet presAssocID="{4B8C84B5-99D1-49B3-BBBE-E1F5C8C07E6A}" presName="Name0" presStyleCnt="0">
        <dgm:presLayoutVars>
          <dgm:dir/>
          <dgm:animLvl val="lvl"/>
          <dgm:resizeHandles val="exact"/>
        </dgm:presLayoutVars>
      </dgm:prSet>
      <dgm:spPr/>
    </dgm:pt>
    <dgm:pt modelId="{995D2136-53C6-4FF2-A41D-810315A96D31}" type="pres">
      <dgm:prSet presAssocID="{D0D0FBA6-7933-44AD-89E8-5EB4577931D3}" presName="linNode" presStyleCnt="0"/>
      <dgm:spPr/>
    </dgm:pt>
    <dgm:pt modelId="{32A80CD5-23CD-4E47-BCAA-A40E5C082964}" type="pres">
      <dgm:prSet presAssocID="{D0D0FBA6-7933-44AD-89E8-5EB4577931D3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95742AED-7881-4292-810E-2D9017379F03}" type="pres">
      <dgm:prSet presAssocID="{D0D0FBA6-7933-44AD-89E8-5EB4577931D3}" presName="descendantText" presStyleLbl="alignAccFollowNode1" presStyleIdx="0" presStyleCnt="4">
        <dgm:presLayoutVars>
          <dgm:bulletEnabled val="1"/>
        </dgm:presLayoutVars>
      </dgm:prSet>
      <dgm:spPr/>
    </dgm:pt>
    <dgm:pt modelId="{9C5427F2-4B5A-40A5-B576-98B92C60BD16}" type="pres">
      <dgm:prSet presAssocID="{2D4469FA-1AA2-4294-917B-E11124B04E3E}" presName="sp" presStyleCnt="0"/>
      <dgm:spPr/>
    </dgm:pt>
    <dgm:pt modelId="{CB84CDB1-2281-4785-B1A8-7F3B326CBFCD}" type="pres">
      <dgm:prSet presAssocID="{23B8FB40-C17F-4757-8175-7BAE39E54A8E}" presName="linNode" presStyleCnt="0"/>
      <dgm:spPr/>
    </dgm:pt>
    <dgm:pt modelId="{7E54249B-425F-47B9-BCE8-BFC3ABC9A2E7}" type="pres">
      <dgm:prSet presAssocID="{23B8FB40-C17F-4757-8175-7BAE39E54A8E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8F3DD9C6-B937-41CD-A3A0-84DDB60B6EF8}" type="pres">
      <dgm:prSet presAssocID="{23B8FB40-C17F-4757-8175-7BAE39E54A8E}" presName="descendantText" presStyleLbl="alignAccFollowNode1" presStyleIdx="1" presStyleCnt="4">
        <dgm:presLayoutVars>
          <dgm:bulletEnabled val="1"/>
        </dgm:presLayoutVars>
      </dgm:prSet>
      <dgm:spPr/>
    </dgm:pt>
    <dgm:pt modelId="{E8B4D134-0891-4F45-A022-F132AAE0F626}" type="pres">
      <dgm:prSet presAssocID="{67799494-4DED-4B4D-A652-0FCFDF234AB4}" presName="sp" presStyleCnt="0"/>
      <dgm:spPr/>
    </dgm:pt>
    <dgm:pt modelId="{F9F35EA4-9EC3-4087-AA0E-B5A17FF6DBC8}" type="pres">
      <dgm:prSet presAssocID="{C871199A-8F31-4DAF-AC62-5F02E60DCDD7}" presName="linNode" presStyleCnt="0"/>
      <dgm:spPr/>
    </dgm:pt>
    <dgm:pt modelId="{E8E6F6E0-782A-4DC3-A301-2B6CF6888755}" type="pres">
      <dgm:prSet presAssocID="{C871199A-8F31-4DAF-AC62-5F02E60DCDD7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1CB0E9F4-F2D2-40B0-810C-551337D713B7}" type="pres">
      <dgm:prSet presAssocID="{C871199A-8F31-4DAF-AC62-5F02E60DCDD7}" presName="descendantText" presStyleLbl="alignAccFollowNode1" presStyleIdx="2" presStyleCnt="4">
        <dgm:presLayoutVars>
          <dgm:bulletEnabled val="1"/>
        </dgm:presLayoutVars>
      </dgm:prSet>
      <dgm:spPr/>
    </dgm:pt>
    <dgm:pt modelId="{813B3E20-23CA-46A3-B61A-14C43086117E}" type="pres">
      <dgm:prSet presAssocID="{8DF5B056-7251-4CF2-B870-BDE419FC9A4A}" presName="sp" presStyleCnt="0"/>
      <dgm:spPr/>
    </dgm:pt>
    <dgm:pt modelId="{A404AFA8-4608-477B-A9E3-801EAE7112F3}" type="pres">
      <dgm:prSet presAssocID="{4423F835-8F96-4673-9A4C-1999E5FEDAB4}" presName="linNode" presStyleCnt="0"/>
      <dgm:spPr/>
    </dgm:pt>
    <dgm:pt modelId="{DAB1BE9A-F478-4D74-A4C9-3C775EB248D9}" type="pres">
      <dgm:prSet presAssocID="{4423F835-8F96-4673-9A4C-1999E5FEDAB4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2FCEA7ED-6E2D-4B52-99EC-1E73A1EA04F8}" type="pres">
      <dgm:prSet presAssocID="{4423F835-8F96-4673-9A4C-1999E5FEDAB4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2C050C46-E29D-4A71-8152-F670D3CA6858}" type="presOf" srcId="{F5A869EB-3316-40E5-ACF1-C80A69B1F926}" destId="{8F3DD9C6-B937-41CD-A3A0-84DDB60B6EF8}" srcOrd="0" destOrd="0" presId="urn:microsoft.com/office/officeart/2005/8/layout/vList5"/>
    <dgm:cxn modelId="{4976546B-9FB1-40A3-ACF8-AB2D24270C54}" type="presOf" srcId="{70F98784-6CAE-4616-9564-520D8D787E66}" destId="{1CB0E9F4-F2D2-40B0-810C-551337D713B7}" srcOrd="0" destOrd="0" presId="urn:microsoft.com/office/officeart/2005/8/layout/vList5"/>
    <dgm:cxn modelId="{BE55CD6B-9CB7-45FD-ADA1-4D3DF28D2940}" type="presOf" srcId="{23B8FB40-C17F-4757-8175-7BAE39E54A8E}" destId="{7E54249B-425F-47B9-BCE8-BFC3ABC9A2E7}" srcOrd="0" destOrd="0" presId="urn:microsoft.com/office/officeart/2005/8/layout/vList5"/>
    <dgm:cxn modelId="{BC64156D-DA41-43E4-9037-7528060A1FC3}" srcId="{D0D0FBA6-7933-44AD-89E8-5EB4577931D3}" destId="{5B2BACFF-7CD2-48DE-9F57-02E37148D17B}" srcOrd="0" destOrd="0" parTransId="{E605D775-912A-4D50-A59B-9FFBD64475F2}" sibTransId="{2BB174BE-A87D-4B34-92F4-BAD4347FA83F}"/>
    <dgm:cxn modelId="{1C770D4E-7BE4-4FF5-8B13-7C557154DCDF}" type="presOf" srcId="{4B8C84B5-99D1-49B3-BBBE-E1F5C8C07E6A}" destId="{123428E6-739E-49C5-8701-0FF057FA5A37}" srcOrd="0" destOrd="0" presId="urn:microsoft.com/office/officeart/2005/8/layout/vList5"/>
    <dgm:cxn modelId="{4A662183-B9FF-47B2-9E24-44E8763197B8}" type="presOf" srcId="{D0D0FBA6-7933-44AD-89E8-5EB4577931D3}" destId="{32A80CD5-23CD-4E47-BCAA-A40E5C082964}" srcOrd="0" destOrd="0" presId="urn:microsoft.com/office/officeart/2005/8/layout/vList5"/>
    <dgm:cxn modelId="{C3932285-A6DB-4EB6-9E06-3AC29862C234}" srcId="{C871199A-8F31-4DAF-AC62-5F02E60DCDD7}" destId="{70F98784-6CAE-4616-9564-520D8D787E66}" srcOrd="0" destOrd="0" parTransId="{85C984E7-D411-40C7-A168-C995C5BDCFA9}" sibTransId="{4C45DB37-24A7-404C-B65B-D7D9C39FA637}"/>
    <dgm:cxn modelId="{6F9A8999-934C-4072-8B2C-3310D06064D3}" srcId="{4B8C84B5-99D1-49B3-BBBE-E1F5C8C07E6A}" destId="{C871199A-8F31-4DAF-AC62-5F02E60DCDD7}" srcOrd="2" destOrd="0" parTransId="{4AF8BC4E-672A-498A-863B-684BDA02A1C2}" sibTransId="{8DF5B056-7251-4CF2-B870-BDE419FC9A4A}"/>
    <dgm:cxn modelId="{A41D86A7-3B85-4574-92DB-AD7832557AAF}" type="presOf" srcId="{5B2BACFF-7CD2-48DE-9F57-02E37148D17B}" destId="{95742AED-7881-4292-810E-2D9017379F03}" srcOrd="0" destOrd="0" presId="urn:microsoft.com/office/officeart/2005/8/layout/vList5"/>
    <dgm:cxn modelId="{514DA2AC-00B0-4994-9687-0727668BB5B7}" type="presOf" srcId="{46860EB1-E987-4A37-A82A-830C62AB6F9D}" destId="{2FCEA7ED-6E2D-4B52-99EC-1E73A1EA04F8}" srcOrd="0" destOrd="0" presId="urn:microsoft.com/office/officeart/2005/8/layout/vList5"/>
    <dgm:cxn modelId="{364B37B9-7FFA-4FA6-BA30-85D4F89DED07}" srcId="{4B8C84B5-99D1-49B3-BBBE-E1F5C8C07E6A}" destId="{D0D0FBA6-7933-44AD-89E8-5EB4577931D3}" srcOrd="0" destOrd="0" parTransId="{26A0C1B8-2104-4D08-B39C-65C09055B45C}" sibTransId="{2D4469FA-1AA2-4294-917B-E11124B04E3E}"/>
    <dgm:cxn modelId="{7CDF85C1-1B4E-48C7-8E6F-85D2AFA8516D}" type="presOf" srcId="{C871199A-8F31-4DAF-AC62-5F02E60DCDD7}" destId="{E8E6F6E0-782A-4DC3-A301-2B6CF6888755}" srcOrd="0" destOrd="0" presId="urn:microsoft.com/office/officeart/2005/8/layout/vList5"/>
    <dgm:cxn modelId="{B85DCEC6-B5AD-4193-B09F-77B41AFA69C4}" srcId="{4B8C84B5-99D1-49B3-BBBE-E1F5C8C07E6A}" destId="{4423F835-8F96-4673-9A4C-1999E5FEDAB4}" srcOrd="3" destOrd="0" parTransId="{308B2F1D-4328-4039-8CF8-78602715EE6C}" sibTransId="{1A2E89BB-52AF-443E-B44A-C0BA573FE6A7}"/>
    <dgm:cxn modelId="{5AEE03DF-5BF0-4DCB-B9D9-A6250ACB13E7}" srcId="{4B8C84B5-99D1-49B3-BBBE-E1F5C8C07E6A}" destId="{23B8FB40-C17F-4757-8175-7BAE39E54A8E}" srcOrd="1" destOrd="0" parTransId="{356E54EF-443A-4E57-8360-4C0F879BCDAA}" sibTransId="{67799494-4DED-4B4D-A652-0FCFDF234AB4}"/>
    <dgm:cxn modelId="{F500BBEA-C873-4DA8-8A6E-5EEDD91AD79C}" srcId="{23B8FB40-C17F-4757-8175-7BAE39E54A8E}" destId="{F5A869EB-3316-40E5-ACF1-C80A69B1F926}" srcOrd="0" destOrd="0" parTransId="{97246085-91EE-4598-A55E-8A2A702AD8F4}" sibTransId="{2C2F093A-3CDB-4A99-9F76-26ACDE5364D0}"/>
    <dgm:cxn modelId="{B6985AFB-A2A5-463A-894E-24028D4A9DF3}" type="presOf" srcId="{4423F835-8F96-4673-9A4C-1999E5FEDAB4}" destId="{DAB1BE9A-F478-4D74-A4C9-3C775EB248D9}" srcOrd="0" destOrd="0" presId="urn:microsoft.com/office/officeart/2005/8/layout/vList5"/>
    <dgm:cxn modelId="{67C4E7FD-75EF-45F6-AD75-7B4DDA826442}" srcId="{4423F835-8F96-4673-9A4C-1999E5FEDAB4}" destId="{46860EB1-E987-4A37-A82A-830C62AB6F9D}" srcOrd="0" destOrd="0" parTransId="{0203AFA1-F294-4725-86B2-FC45971D0FB1}" sibTransId="{D18AE814-018E-4C87-8A4D-B7B328E84BA1}"/>
    <dgm:cxn modelId="{0DBA9D85-F7BB-4FD2-8FDA-0506A2B603BE}" type="presParOf" srcId="{123428E6-739E-49C5-8701-0FF057FA5A37}" destId="{995D2136-53C6-4FF2-A41D-810315A96D31}" srcOrd="0" destOrd="0" presId="urn:microsoft.com/office/officeart/2005/8/layout/vList5"/>
    <dgm:cxn modelId="{B6C4C869-13F2-4C2A-9340-A513A0F07B6E}" type="presParOf" srcId="{995D2136-53C6-4FF2-A41D-810315A96D31}" destId="{32A80CD5-23CD-4E47-BCAA-A40E5C082964}" srcOrd="0" destOrd="0" presId="urn:microsoft.com/office/officeart/2005/8/layout/vList5"/>
    <dgm:cxn modelId="{BB7D1233-9557-48AA-9BE6-B5421C6DAC7B}" type="presParOf" srcId="{995D2136-53C6-4FF2-A41D-810315A96D31}" destId="{95742AED-7881-4292-810E-2D9017379F03}" srcOrd="1" destOrd="0" presId="urn:microsoft.com/office/officeart/2005/8/layout/vList5"/>
    <dgm:cxn modelId="{53F8E057-3BC2-4FD8-B506-3D99C7DC4EE7}" type="presParOf" srcId="{123428E6-739E-49C5-8701-0FF057FA5A37}" destId="{9C5427F2-4B5A-40A5-B576-98B92C60BD16}" srcOrd="1" destOrd="0" presId="urn:microsoft.com/office/officeart/2005/8/layout/vList5"/>
    <dgm:cxn modelId="{DBCD5836-3651-44C2-8A14-767F09B0E75E}" type="presParOf" srcId="{123428E6-739E-49C5-8701-0FF057FA5A37}" destId="{CB84CDB1-2281-4785-B1A8-7F3B326CBFCD}" srcOrd="2" destOrd="0" presId="urn:microsoft.com/office/officeart/2005/8/layout/vList5"/>
    <dgm:cxn modelId="{A35FF014-02D5-4BAA-ACCB-CA8118C4B2D4}" type="presParOf" srcId="{CB84CDB1-2281-4785-B1A8-7F3B326CBFCD}" destId="{7E54249B-425F-47B9-BCE8-BFC3ABC9A2E7}" srcOrd="0" destOrd="0" presId="urn:microsoft.com/office/officeart/2005/8/layout/vList5"/>
    <dgm:cxn modelId="{020B0C7E-A208-430E-A98A-275F15D3696C}" type="presParOf" srcId="{CB84CDB1-2281-4785-B1A8-7F3B326CBFCD}" destId="{8F3DD9C6-B937-41CD-A3A0-84DDB60B6EF8}" srcOrd="1" destOrd="0" presId="urn:microsoft.com/office/officeart/2005/8/layout/vList5"/>
    <dgm:cxn modelId="{15444062-7702-4B9E-AD13-32198E3D917B}" type="presParOf" srcId="{123428E6-739E-49C5-8701-0FF057FA5A37}" destId="{E8B4D134-0891-4F45-A022-F132AAE0F626}" srcOrd="3" destOrd="0" presId="urn:microsoft.com/office/officeart/2005/8/layout/vList5"/>
    <dgm:cxn modelId="{89EEFA83-FF0A-4BE8-B0ED-FF36254F3EE7}" type="presParOf" srcId="{123428E6-739E-49C5-8701-0FF057FA5A37}" destId="{F9F35EA4-9EC3-4087-AA0E-B5A17FF6DBC8}" srcOrd="4" destOrd="0" presId="urn:microsoft.com/office/officeart/2005/8/layout/vList5"/>
    <dgm:cxn modelId="{FEC9DA40-BDB7-402F-9737-CC5AB1BB4EC5}" type="presParOf" srcId="{F9F35EA4-9EC3-4087-AA0E-B5A17FF6DBC8}" destId="{E8E6F6E0-782A-4DC3-A301-2B6CF6888755}" srcOrd="0" destOrd="0" presId="urn:microsoft.com/office/officeart/2005/8/layout/vList5"/>
    <dgm:cxn modelId="{4B87C1DC-2B6D-4F76-820A-CDD5789039CE}" type="presParOf" srcId="{F9F35EA4-9EC3-4087-AA0E-B5A17FF6DBC8}" destId="{1CB0E9F4-F2D2-40B0-810C-551337D713B7}" srcOrd="1" destOrd="0" presId="urn:microsoft.com/office/officeart/2005/8/layout/vList5"/>
    <dgm:cxn modelId="{85CEA596-0347-4FA7-A0DD-85438D8AE61F}" type="presParOf" srcId="{123428E6-739E-49C5-8701-0FF057FA5A37}" destId="{813B3E20-23CA-46A3-B61A-14C43086117E}" srcOrd="5" destOrd="0" presId="urn:microsoft.com/office/officeart/2005/8/layout/vList5"/>
    <dgm:cxn modelId="{E441466B-CD52-4A77-A363-CBC3795FC252}" type="presParOf" srcId="{123428E6-739E-49C5-8701-0FF057FA5A37}" destId="{A404AFA8-4608-477B-A9E3-801EAE7112F3}" srcOrd="6" destOrd="0" presId="urn:microsoft.com/office/officeart/2005/8/layout/vList5"/>
    <dgm:cxn modelId="{8BBC69DE-965A-407E-9699-0F8969C5D1E4}" type="presParOf" srcId="{A404AFA8-4608-477B-A9E3-801EAE7112F3}" destId="{DAB1BE9A-F478-4D74-A4C9-3C775EB248D9}" srcOrd="0" destOrd="0" presId="urn:microsoft.com/office/officeart/2005/8/layout/vList5"/>
    <dgm:cxn modelId="{4ADFD634-C792-418D-BC27-6351C8849C84}" type="presParOf" srcId="{A404AFA8-4608-477B-A9E3-801EAE7112F3}" destId="{2FCEA7ED-6E2D-4B52-99EC-1E73A1EA04F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F9B894D-4905-4EBA-B75B-9D96C505F1A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3BAC512-2C9A-40EB-AFFB-2BF4B96926E5}">
      <dgm:prSet/>
      <dgm:spPr/>
      <dgm:t>
        <a:bodyPr/>
        <a:lstStyle/>
        <a:p>
          <a:r>
            <a:rPr lang="en-US" b="0" i="0"/>
            <a:t>Navigation header</a:t>
          </a:r>
          <a:endParaRPr lang="en-US"/>
        </a:p>
      </dgm:t>
    </dgm:pt>
    <dgm:pt modelId="{0948A100-A0C1-4B76-9373-666BA196F9DA}" type="parTrans" cxnId="{092C7781-D7D7-42E1-8DC6-BB89B840E1D2}">
      <dgm:prSet/>
      <dgm:spPr/>
      <dgm:t>
        <a:bodyPr/>
        <a:lstStyle/>
        <a:p>
          <a:endParaRPr lang="en-US"/>
        </a:p>
      </dgm:t>
    </dgm:pt>
    <dgm:pt modelId="{9A5390C1-E60F-4C3B-884B-BEE1435FF816}" type="sibTrans" cxnId="{092C7781-D7D7-42E1-8DC6-BB89B840E1D2}">
      <dgm:prSet/>
      <dgm:spPr/>
      <dgm:t>
        <a:bodyPr/>
        <a:lstStyle/>
        <a:p>
          <a:endParaRPr lang="en-US"/>
        </a:p>
      </dgm:t>
    </dgm:pt>
    <dgm:pt modelId="{B896C5BC-A882-4F08-88F3-8532C444EA97}">
      <dgm:prSet/>
      <dgm:spPr/>
      <dgm:t>
        <a:bodyPr/>
        <a:lstStyle/>
        <a:p>
          <a:r>
            <a:rPr lang="en-US" b="0" i="0"/>
            <a:t>Major landing pages</a:t>
          </a:r>
          <a:endParaRPr lang="en-US"/>
        </a:p>
      </dgm:t>
    </dgm:pt>
    <dgm:pt modelId="{52E8EC4F-09D1-4D0F-9C9E-6DDCD22F6396}" type="parTrans" cxnId="{043B3CDA-AD47-4F29-A2DB-388673EEF812}">
      <dgm:prSet/>
      <dgm:spPr/>
      <dgm:t>
        <a:bodyPr/>
        <a:lstStyle/>
        <a:p>
          <a:endParaRPr lang="en-US"/>
        </a:p>
      </dgm:t>
    </dgm:pt>
    <dgm:pt modelId="{C1FDC56A-15D8-4380-9EC6-2DC59D0AFCD4}" type="sibTrans" cxnId="{043B3CDA-AD47-4F29-A2DB-388673EEF812}">
      <dgm:prSet/>
      <dgm:spPr/>
      <dgm:t>
        <a:bodyPr/>
        <a:lstStyle/>
        <a:p>
          <a:endParaRPr lang="en-US"/>
        </a:p>
      </dgm:t>
    </dgm:pt>
    <dgm:pt modelId="{C38A0029-5933-42C7-BC92-17A414484447}">
      <dgm:prSet/>
      <dgm:spPr/>
      <dgm:t>
        <a:bodyPr/>
        <a:lstStyle/>
        <a:p>
          <a:r>
            <a:rPr lang="en-US" b="0" i="0"/>
            <a:t>Preview area</a:t>
          </a:r>
          <a:endParaRPr lang="en-US"/>
        </a:p>
      </dgm:t>
    </dgm:pt>
    <dgm:pt modelId="{377E2A39-CA66-4D54-90DA-C5055891896F}" type="parTrans" cxnId="{D3ABC19E-4AA0-4C85-8E5C-5443BF593F04}">
      <dgm:prSet/>
      <dgm:spPr/>
      <dgm:t>
        <a:bodyPr/>
        <a:lstStyle/>
        <a:p>
          <a:endParaRPr lang="en-US"/>
        </a:p>
      </dgm:t>
    </dgm:pt>
    <dgm:pt modelId="{FCB6AAD6-97AE-44DD-B3D3-640AF26DCA5C}" type="sibTrans" cxnId="{D3ABC19E-4AA0-4C85-8E5C-5443BF593F04}">
      <dgm:prSet/>
      <dgm:spPr/>
      <dgm:t>
        <a:bodyPr/>
        <a:lstStyle/>
        <a:p>
          <a:endParaRPr lang="en-US"/>
        </a:p>
      </dgm:t>
    </dgm:pt>
    <dgm:pt modelId="{5C89F47D-0736-4018-9A8D-7AD3FE51BCA5}">
      <dgm:prSet/>
      <dgm:spPr/>
      <dgm:t>
        <a:bodyPr/>
        <a:lstStyle/>
        <a:p>
          <a:r>
            <a:rPr lang="en-US" b="0" i="0"/>
            <a:t>Few samples</a:t>
          </a:r>
          <a:endParaRPr lang="en-US"/>
        </a:p>
      </dgm:t>
    </dgm:pt>
    <dgm:pt modelId="{C90D5CDB-1671-49CF-AA16-C72730667DF1}" type="parTrans" cxnId="{29D7A61B-1FF4-40D5-B384-FC2E6DA83CAB}">
      <dgm:prSet/>
      <dgm:spPr/>
      <dgm:t>
        <a:bodyPr/>
        <a:lstStyle/>
        <a:p>
          <a:endParaRPr lang="en-US"/>
        </a:p>
      </dgm:t>
    </dgm:pt>
    <dgm:pt modelId="{F70F22BF-A963-4DF2-A685-035A38A6083F}" type="sibTrans" cxnId="{29D7A61B-1FF4-40D5-B384-FC2E6DA83CAB}">
      <dgm:prSet/>
      <dgm:spPr/>
      <dgm:t>
        <a:bodyPr/>
        <a:lstStyle/>
        <a:p>
          <a:endParaRPr lang="en-US"/>
        </a:p>
      </dgm:t>
    </dgm:pt>
    <dgm:pt modelId="{FB5F1A42-AC58-4628-A540-C46A0F631A61}">
      <dgm:prSet/>
      <dgm:spPr/>
      <dgm:t>
        <a:bodyPr/>
        <a:lstStyle/>
        <a:p>
          <a:r>
            <a:rPr lang="en-US" b="0" i="0"/>
            <a:t>Details area</a:t>
          </a:r>
          <a:endParaRPr lang="en-US"/>
        </a:p>
      </dgm:t>
    </dgm:pt>
    <dgm:pt modelId="{ECED48B5-2861-4A76-AEF2-F1F88404B6C7}" type="parTrans" cxnId="{A7320AC9-C804-493F-A02D-ED5D8A8AC64E}">
      <dgm:prSet/>
      <dgm:spPr/>
      <dgm:t>
        <a:bodyPr/>
        <a:lstStyle/>
        <a:p>
          <a:endParaRPr lang="en-US"/>
        </a:p>
      </dgm:t>
    </dgm:pt>
    <dgm:pt modelId="{1B83AC9C-2132-45C3-8D73-E84CDD4A4237}" type="sibTrans" cxnId="{A7320AC9-C804-493F-A02D-ED5D8A8AC64E}">
      <dgm:prSet/>
      <dgm:spPr/>
      <dgm:t>
        <a:bodyPr/>
        <a:lstStyle/>
        <a:p>
          <a:endParaRPr lang="en-US"/>
        </a:p>
      </dgm:t>
    </dgm:pt>
    <dgm:pt modelId="{598D6F3A-D22C-4C15-8817-B8B816623DD2}">
      <dgm:prSet/>
      <dgm:spPr/>
      <dgm:t>
        <a:bodyPr/>
        <a:lstStyle/>
        <a:p>
          <a:r>
            <a:rPr lang="en-US" b="0" i="0"/>
            <a:t>All details on item</a:t>
          </a:r>
          <a:endParaRPr lang="en-US"/>
        </a:p>
      </dgm:t>
    </dgm:pt>
    <dgm:pt modelId="{5B271E42-D137-4F28-A1BB-23DA583A7274}" type="parTrans" cxnId="{E5CC011C-6EEE-42CB-B18E-8632ACBF460A}">
      <dgm:prSet/>
      <dgm:spPr/>
      <dgm:t>
        <a:bodyPr/>
        <a:lstStyle/>
        <a:p>
          <a:endParaRPr lang="en-US"/>
        </a:p>
      </dgm:t>
    </dgm:pt>
    <dgm:pt modelId="{61EF81EC-D140-463E-A118-2A4168AF95B4}" type="sibTrans" cxnId="{E5CC011C-6EEE-42CB-B18E-8632ACBF460A}">
      <dgm:prSet/>
      <dgm:spPr/>
      <dgm:t>
        <a:bodyPr/>
        <a:lstStyle/>
        <a:p>
          <a:endParaRPr lang="en-US"/>
        </a:p>
      </dgm:t>
    </dgm:pt>
    <dgm:pt modelId="{B88C39F5-CEAD-4B54-AD2D-F9AA3E8119FB}">
      <dgm:prSet/>
      <dgm:spPr/>
      <dgm:t>
        <a:bodyPr/>
        <a:lstStyle/>
        <a:p>
          <a:r>
            <a:rPr lang="en-US" b="0" i="0"/>
            <a:t>Recommended and related area</a:t>
          </a:r>
          <a:endParaRPr lang="en-US"/>
        </a:p>
      </dgm:t>
    </dgm:pt>
    <dgm:pt modelId="{674F78BF-DCA2-416F-ABAA-6070D1F1242A}" type="parTrans" cxnId="{ECCF1CFD-8091-4385-98AE-3DA30BB49E29}">
      <dgm:prSet/>
      <dgm:spPr/>
      <dgm:t>
        <a:bodyPr/>
        <a:lstStyle/>
        <a:p>
          <a:endParaRPr lang="en-US"/>
        </a:p>
      </dgm:t>
    </dgm:pt>
    <dgm:pt modelId="{55A23393-0DB6-4128-9E54-12DCF97E647F}" type="sibTrans" cxnId="{ECCF1CFD-8091-4385-98AE-3DA30BB49E29}">
      <dgm:prSet/>
      <dgm:spPr/>
      <dgm:t>
        <a:bodyPr/>
        <a:lstStyle/>
        <a:p>
          <a:endParaRPr lang="en-US"/>
        </a:p>
      </dgm:t>
    </dgm:pt>
    <dgm:pt modelId="{344264A6-A5B9-43ED-A452-74AEB58AEEEF}">
      <dgm:prSet/>
      <dgm:spPr/>
      <dgm:t>
        <a:bodyPr/>
        <a:lstStyle/>
        <a:p>
          <a:r>
            <a:rPr lang="en-US" b="0" i="0"/>
            <a:t>Other feeds/transformers</a:t>
          </a:r>
          <a:endParaRPr lang="en-US"/>
        </a:p>
      </dgm:t>
    </dgm:pt>
    <dgm:pt modelId="{287A5CA7-B4DA-42AD-A1E4-19E923712145}" type="parTrans" cxnId="{EFFFB4BB-776E-4ABD-B235-848965E1B1E1}">
      <dgm:prSet/>
      <dgm:spPr/>
      <dgm:t>
        <a:bodyPr/>
        <a:lstStyle/>
        <a:p>
          <a:endParaRPr lang="en-US"/>
        </a:p>
      </dgm:t>
    </dgm:pt>
    <dgm:pt modelId="{EEC2B520-5CAC-44E1-B1CD-A803C9AF1F46}" type="sibTrans" cxnId="{EFFFB4BB-776E-4ABD-B235-848965E1B1E1}">
      <dgm:prSet/>
      <dgm:spPr/>
      <dgm:t>
        <a:bodyPr/>
        <a:lstStyle/>
        <a:p>
          <a:endParaRPr lang="en-US"/>
        </a:p>
      </dgm:t>
    </dgm:pt>
    <dgm:pt modelId="{1628DFE5-FBFE-44F2-A8E5-A9A52684D989}">
      <dgm:prSet/>
      <dgm:spPr/>
      <dgm:t>
        <a:bodyPr/>
        <a:lstStyle/>
        <a:p>
          <a:r>
            <a:rPr lang="en-US" b="0" i="0"/>
            <a:t>Community area</a:t>
          </a:r>
          <a:endParaRPr lang="en-US"/>
        </a:p>
      </dgm:t>
    </dgm:pt>
    <dgm:pt modelId="{0C5D8E4F-AC96-4D0F-A18C-7FDC88BA4CA7}" type="parTrans" cxnId="{9E74024A-C21F-4480-ABEA-DF0FAECF5017}">
      <dgm:prSet/>
      <dgm:spPr/>
      <dgm:t>
        <a:bodyPr/>
        <a:lstStyle/>
        <a:p>
          <a:endParaRPr lang="en-US"/>
        </a:p>
      </dgm:t>
    </dgm:pt>
    <dgm:pt modelId="{9EAC7B98-89EF-47B3-AC7D-B8E01A71346C}" type="sibTrans" cxnId="{9E74024A-C21F-4480-ABEA-DF0FAECF5017}">
      <dgm:prSet/>
      <dgm:spPr/>
      <dgm:t>
        <a:bodyPr/>
        <a:lstStyle/>
        <a:p>
          <a:endParaRPr lang="en-US"/>
        </a:p>
      </dgm:t>
    </dgm:pt>
    <dgm:pt modelId="{19E2D404-53BE-4E6F-BEF8-E5DA36E54684}">
      <dgm:prSet/>
      <dgm:spPr/>
      <dgm:t>
        <a:bodyPr/>
        <a:lstStyle/>
        <a:p>
          <a:r>
            <a:rPr lang="en-US" b="0" i="0"/>
            <a:t>Reviews/Reaction</a:t>
          </a:r>
          <a:endParaRPr lang="en-US"/>
        </a:p>
      </dgm:t>
    </dgm:pt>
    <dgm:pt modelId="{7FBC95BA-945D-4001-8D95-A9AAD98BB444}" type="parTrans" cxnId="{F3DE95E2-0EFE-4E62-8016-04B1DEA225D7}">
      <dgm:prSet/>
      <dgm:spPr/>
      <dgm:t>
        <a:bodyPr/>
        <a:lstStyle/>
        <a:p>
          <a:endParaRPr lang="en-US"/>
        </a:p>
      </dgm:t>
    </dgm:pt>
    <dgm:pt modelId="{9C306673-CE00-415B-8431-ABAD12C5A34B}" type="sibTrans" cxnId="{F3DE95E2-0EFE-4E62-8016-04B1DEA225D7}">
      <dgm:prSet/>
      <dgm:spPr/>
      <dgm:t>
        <a:bodyPr/>
        <a:lstStyle/>
        <a:p>
          <a:endParaRPr lang="en-US"/>
        </a:p>
      </dgm:t>
    </dgm:pt>
    <dgm:pt modelId="{C3F5056D-0687-4AC8-B990-DC43E0095794}">
      <dgm:prSet/>
      <dgm:spPr/>
      <dgm:t>
        <a:bodyPr/>
        <a:lstStyle/>
        <a:p>
          <a:r>
            <a:rPr lang="en-US" b="0" i="0"/>
            <a:t>Actions </a:t>
          </a:r>
          <a:endParaRPr lang="en-US"/>
        </a:p>
      </dgm:t>
    </dgm:pt>
    <dgm:pt modelId="{88B03886-3AC9-408B-BF77-CA9812B70542}" type="parTrans" cxnId="{895A3A89-57B1-455C-98B9-1B83910A5648}">
      <dgm:prSet/>
      <dgm:spPr/>
      <dgm:t>
        <a:bodyPr/>
        <a:lstStyle/>
        <a:p>
          <a:endParaRPr lang="en-US"/>
        </a:p>
      </dgm:t>
    </dgm:pt>
    <dgm:pt modelId="{5D5F24CB-C657-4A20-9DD4-57D6C74EAD08}" type="sibTrans" cxnId="{895A3A89-57B1-455C-98B9-1B83910A5648}">
      <dgm:prSet/>
      <dgm:spPr/>
      <dgm:t>
        <a:bodyPr/>
        <a:lstStyle/>
        <a:p>
          <a:endParaRPr lang="en-US"/>
        </a:p>
      </dgm:t>
    </dgm:pt>
    <dgm:pt modelId="{80F8D94F-98BB-4B0A-9FEC-CD1DA5D0F9D3}">
      <dgm:prSet/>
      <dgm:spPr/>
      <dgm:t>
        <a:bodyPr/>
        <a:lstStyle/>
        <a:p>
          <a:r>
            <a:rPr lang="en-US" b="0" i="0"/>
            <a:t>Operations</a:t>
          </a:r>
          <a:endParaRPr lang="en-US"/>
        </a:p>
      </dgm:t>
    </dgm:pt>
    <dgm:pt modelId="{C6AF9B2B-CD55-4931-8141-A2F5E38E657D}" type="parTrans" cxnId="{CF1B337E-B8DE-4517-A17D-11A3754043CE}">
      <dgm:prSet/>
      <dgm:spPr/>
      <dgm:t>
        <a:bodyPr/>
        <a:lstStyle/>
        <a:p>
          <a:endParaRPr lang="en-US"/>
        </a:p>
      </dgm:t>
    </dgm:pt>
    <dgm:pt modelId="{77AA84FE-9FC6-480C-A3E5-6C6811CCB48D}" type="sibTrans" cxnId="{CF1B337E-B8DE-4517-A17D-11A3754043CE}">
      <dgm:prSet/>
      <dgm:spPr/>
      <dgm:t>
        <a:bodyPr/>
        <a:lstStyle/>
        <a:p>
          <a:endParaRPr lang="en-US"/>
        </a:p>
      </dgm:t>
    </dgm:pt>
    <dgm:pt modelId="{44B21110-F935-4DB0-855A-DAA14FCE2E7A}" type="pres">
      <dgm:prSet presAssocID="{FF9B894D-4905-4EBA-B75B-9D96C505F1A2}" presName="Name0" presStyleCnt="0">
        <dgm:presLayoutVars>
          <dgm:dir/>
          <dgm:animLvl val="lvl"/>
          <dgm:resizeHandles val="exact"/>
        </dgm:presLayoutVars>
      </dgm:prSet>
      <dgm:spPr/>
    </dgm:pt>
    <dgm:pt modelId="{8EFF1311-6A0F-4D1D-A467-36C1EE241AD8}" type="pres">
      <dgm:prSet presAssocID="{63BAC512-2C9A-40EB-AFFB-2BF4B96926E5}" presName="linNode" presStyleCnt="0"/>
      <dgm:spPr/>
    </dgm:pt>
    <dgm:pt modelId="{4DDD9739-D5DF-41EF-982C-B60D71911861}" type="pres">
      <dgm:prSet presAssocID="{63BAC512-2C9A-40EB-AFFB-2BF4B96926E5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03101AB7-65E5-46E4-B3BA-DBE57A11FC91}" type="pres">
      <dgm:prSet presAssocID="{63BAC512-2C9A-40EB-AFFB-2BF4B96926E5}" presName="descendantText" presStyleLbl="alignAccFollowNode1" presStyleIdx="0" presStyleCnt="6">
        <dgm:presLayoutVars>
          <dgm:bulletEnabled val="1"/>
        </dgm:presLayoutVars>
      </dgm:prSet>
      <dgm:spPr/>
    </dgm:pt>
    <dgm:pt modelId="{3270E941-C7FA-4BE4-88AE-337D172791EF}" type="pres">
      <dgm:prSet presAssocID="{9A5390C1-E60F-4C3B-884B-BEE1435FF816}" presName="sp" presStyleCnt="0"/>
      <dgm:spPr/>
    </dgm:pt>
    <dgm:pt modelId="{B4124418-C3E5-4801-97FD-BC947F646166}" type="pres">
      <dgm:prSet presAssocID="{C38A0029-5933-42C7-BC92-17A414484447}" presName="linNode" presStyleCnt="0"/>
      <dgm:spPr/>
    </dgm:pt>
    <dgm:pt modelId="{3F3F2A77-80D9-492F-B241-A70DD3C94C88}" type="pres">
      <dgm:prSet presAssocID="{C38A0029-5933-42C7-BC92-17A414484447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61BE7183-6CDA-4AB5-9928-22B07A6BE930}" type="pres">
      <dgm:prSet presAssocID="{C38A0029-5933-42C7-BC92-17A414484447}" presName="descendantText" presStyleLbl="alignAccFollowNode1" presStyleIdx="1" presStyleCnt="6">
        <dgm:presLayoutVars>
          <dgm:bulletEnabled val="1"/>
        </dgm:presLayoutVars>
      </dgm:prSet>
      <dgm:spPr/>
    </dgm:pt>
    <dgm:pt modelId="{01E73FE8-491A-4670-8E30-892C66B7D472}" type="pres">
      <dgm:prSet presAssocID="{FCB6AAD6-97AE-44DD-B3D3-640AF26DCA5C}" presName="sp" presStyleCnt="0"/>
      <dgm:spPr/>
    </dgm:pt>
    <dgm:pt modelId="{E363C8B5-E62A-4282-9BA3-24123FBDF75F}" type="pres">
      <dgm:prSet presAssocID="{FB5F1A42-AC58-4628-A540-C46A0F631A61}" presName="linNode" presStyleCnt="0"/>
      <dgm:spPr/>
    </dgm:pt>
    <dgm:pt modelId="{2B41B1C8-7ED0-4D39-A213-EF57135FB9FC}" type="pres">
      <dgm:prSet presAssocID="{FB5F1A42-AC58-4628-A540-C46A0F631A61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D184AAC3-5018-4385-9F48-F000EB9C77D5}" type="pres">
      <dgm:prSet presAssocID="{FB5F1A42-AC58-4628-A540-C46A0F631A61}" presName="descendantText" presStyleLbl="alignAccFollowNode1" presStyleIdx="2" presStyleCnt="6">
        <dgm:presLayoutVars>
          <dgm:bulletEnabled val="1"/>
        </dgm:presLayoutVars>
      </dgm:prSet>
      <dgm:spPr/>
    </dgm:pt>
    <dgm:pt modelId="{F02FD64A-9F4E-46AB-9805-60E5EC6B666F}" type="pres">
      <dgm:prSet presAssocID="{1B83AC9C-2132-45C3-8D73-E84CDD4A4237}" presName="sp" presStyleCnt="0"/>
      <dgm:spPr/>
    </dgm:pt>
    <dgm:pt modelId="{0054068B-6066-45E5-93E6-6BCFAF540426}" type="pres">
      <dgm:prSet presAssocID="{B88C39F5-CEAD-4B54-AD2D-F9AA3E8119FB}" presName="linNode" presStyleCnt="0"/>
      <dgm:spPr/>
    </dgm:pt>
    <dgm:pt modelId="{59DBA013-031D-4569-8EC3-49FA48CDB2F9}" type="pres">
      <dgm:prSet presAssocID="{B88C39F5-CEAD-4B54-AD2D-F9AA3E8119FB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1BC49FF1-713B-483C-915E-753851487407}" type="pres">
      <dgm:prSet presAssocID="{B88C39F5-CEAD-4B54-AD2D-F9AA3E8119FB}" presName="descendantText" presStyleLbl="alignAccFollowNode1" presStyleIdx="3" presStyleCnt="6">
        <dgm:presLayoutVars>
          <dgm:bulletEnabled val="1"/>
        </dgm:presLayoutVars>
      </dgm:prSet>
      <dgm:spPr/>
    </dgm:pt>
    <dgm:pt modelId="{B8EDE57E-D096-414C-8819-AFEDAC4F5A00}" type="pres">
      <dgm:prSet presAssocID="{55A23393-0DB6-4128-9E54-12DCF97E647F}" presName="sp" presStyleCnt="0"/>
      <dgm:spPr/>
    </dgm:pt>
    <dgm:pt modelId="{02B2BE05-5BE4-4806-970D-217ED0C46D19}" type="pres">
      <dgm:prSet presAssocID="{1628DFE5-FBFE-44F2-A8E5-A9A52684D989}" presName="linNode" presStyleCnt="0"/>
      <dgm:spPr/>
    </dgm:pt>
    <dgm:pt modelId="{7E740A14-E76E-4A7A-ACDF-4ED027FA1A9F}" type="pres">
      <dgm:prSet presAssocID="{1628DFE5-FBFE-44F2-A8E5-A9A52684D989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358A28D4-FA55-4173-A127-00846FCDBED5}" type="pres">
      <dgm:prSet presAssocID="{1628DFE5-FBFE-44F2-A8E5-A9A52684D989}" presName="descendantText" presStyleLbl="alignAccFollowNode1" presStyleIdx="4" presStyleCnt="6">
        <dgm:presLayoutVars>
          <dgm:bulletEnabled val="1"/>
        </dgm:presLayoutVars>
      </dgm:prSet>
      <dgm:spPr/>
    </dgm:pt>
    <dgm:pt modelId="{4941DE4F-2D17-4714-82B7-E2EF8195F426}" type="pres">
      <dgm:prSet presAssocID="{9EAC7B98-89EF-47B3-AC7D-B8E01A71346C}" presName="sp" presStyleCnt="0"/>
      <dgm:spPr/>
    </dgm:pt>
    <dgm:pt modelId="{9FE5CA39-C7C5-46B1-8384-8EB48F76FFF2}" type="pres">
      <dgm:prSet presAssocID="{C3F5056D-0687-4AC8-B990-DC43E0095794}" presName="linNode" presStyleCnt="0"/>
      <dgm:spPr/>
    </dgm:pt>
    <dgm:pt modelId="{BFAB8CD3-1B31-4B24-833B-A6CDE93BC440}" type="pres">
      <dgm:prSet presAssocID="{C3F5056D-0687-4AC8-B990-DC43E0095794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1C2EC525-75CF-4768-92B0-1449601A1B40}" type="pres">
      <dgm:prSet presAssocID="{C3F5056D-0687-4AC8-B990-DC43E0095794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6C170315-0A7E-4EDA-9CF4-D492BD6A038B}" type="presOf" srcId="{1628DFE5-FBFE-44F2-A8E5-A9A52684D989}" destId="{7E740A14-E76E-4A7A-ACDF-4ED027FA1A9F}" srcOrd="0" destOrd="0" presId="urn:microsoft.com/office/officeart/2005/8/layout/vList5"/>
    <dgm:cxn modelId="{4A8B7D17-2830-4019-809B-A40D6413862A}" type="presOf" srcId="{FB5F1A42-AC58-4628-A540-C46A0F631A61}" destId="{2B41B1C8-7ED0-4D39-A213-EF57135FB9FC}" srcOrd="0" destOrd="0" presId="urn:microsoft.com/office/officeart/2005/8/layout/vList5"/>
    <dgm:cxn modelId="{29D7A61B-1FF4-40D5-B384-FC2E6DA83CAB}" srcId="{C38A0029-5933-42C7-BC92-17A414484447}" destId="{5C89F47D-0736-4018-9A8D-7AD3FE51BCA5}" srcOrd="0" destOrd="0" parTransId="{C90D5CDB-1671-49CF-AA16-C72730667DF1}" sibTransId="{F70F22BF-A963-4DF2-A685-035A38A6083F}"/>
    <dgm:cxn modelId="{E5CC011C-6EEE-42CB-B18E-8632ACBF460A}" srcId="{FB5F1A42-AC58-4628-A540-C46A0F631A61}" destId="{598D6F3A-D22C-4C15-8817-B8B816623DD2}" srcOrd="0" destOrd="0" parTransId="{5B271E42-D137-4F28-A1BB-23DA583A7274}" sibTransId="{61EF81EC-D140-463E-A118-2A4168AF95B4}"/>
    <dgm:cxn modelId="{D0AF6320-C4CB-4FA2-8E4C-C2BD9ACEB12D}" type="presOf" srcId="{FF9B894D-4905-4EBA-B75B-9D96C505F1A2}" destId="{44B21110-F935-4DB0-855A-DAA14FCE2E7A}" srcOrd="0" destOrd="0" presId="urn:microsoft.com/office/officeart/2005/8/layout/vList5"/>
    <dgm:cxn modelId="{3D755A33-4CEC-465B-A18C-8C161EF6EE4C}" type="presOf" srcId="{B88C39F5-CEAD-4B54-AD2D-F9AA3E8119FB}" destId="{59DBA013-031D-4569-8EC3-49FA48CDB2F9}" srcOrd="0" destOrd="0" presId="urn:microsoft.com/office/officeart/2005/8/layout/vList5"/>
    <dgm:cxn modelId="{8A7C873F-1E73-4F57-8AE7-32A6DDC0E8C1}" type="presOf" srcId="{80F8D94F-98BB-4B0A-9FEC-CD1DA5D0F9D3}" destId="{1C2EC525-75CF-4768-92B0-1449601A1B40}" srcOrd="0" destOrd="0" presId="urn:microsoft.com/office/officeart/2005/8/layout/vList5"/>
    <dgm:cxn modelId="{6F592363-BBAC-417A-A416-0E3513C1ACB7}" type="presOf" srcId="{C38A0029-5933-42C7-BC92-17A414484447}" destId="{3F3F2A77-80D9-492F-B241-A70DD3C94C88}" srcOrd="0" destOrd="0" presId="urn:microsoft.com/office/officeart/2005/8/layout/vList5"/>
    <dgm:cxn modelId="{489BB247-C367-4949-96DB-5934342BD3A7}" type="presOf" srcId="{5C89F47D-0736-4018-9A8D-7AD3FE51BCA5}" destId="{61BE7183-6CDA-4AB5-9928-22B07A6BE930}" srcOrd="0" destOrd="0" presId="urn:microsoft.com/office/officeart/2005/8/layout/vList5"/>
    <dgm:cxn modelId="{9E74024A-C21F-4480-ABEA-DF0FAECF5017}" srcId="{FF9B894D-4905-4EBA-B75B-9D96C505F1A2}" destId="{1628DFE5-FBFE-44F2-A8E5-A9A52684D989}" srcOrd="4" destOrd="0" parTransId="{0C5D8E4F-AC96-4D0F-A18C-7FDC88BA4CA7}" sibTransId="{9EAC7B98-89EF-47B3-AC7D-B8E01A71346C}"/>
    <dgm:cxn modelId="{85B38B57-35B5-4F50-9C3B-57830E5DA2AA}" type="presOf" srcId="{19E2D404-53BE-4E6F-BEF8-E5DA36E54684}" destId="{358A28D4-FA55-4173-A127-00846FCDBED5}" srcOrd="0" destOrd="0" presId="urn:microsoft.com/office/officeart/2005/8/layout/vList5"/>
    <dgm:cxn modelId="{CF1B337E-B8DE-4517-A17D-11A3754043CE}" srcId="{C3F5056D-0687-4AC8-B990-DC43E0095794}" destId="{80F8D94F-98BB-4B0A-9FEC-CD1DA5D0F9D3}" srcOrd="0" destOrd="0" parTransId="{C6AF9B2B-CD55-4931-8141-A2F5E38E657D}" sibTransId="{77AA84FE-9FC6-480C-A3E5-6C6811CCB48D}"/>
    <dgm:cxn modelId="{092C7781-D7D7-42E1-8DC6-BB89B840E1D2}" srcId="{FF9B894D-4905-4EBA-B75B-9D96C505F1A2}" destId="{63BAC512-2C9A-40EB-AFFB-2BF4B96926E5}" srcOrd="0" destOrd="0" parTransId="{0948A100-A0C1-4B76-9373-666BA196F9DA}" sibTransId="{9A5390C1-E60F-4C3B-884B-BEE1435FF816}"/>
    <dgm:cxn modelId="{895A3A89-57B1-455C-98B9-1B83910A5648}" srcId="{FF9B894D-4905-4EBA-B75B-9D96C505F1A2}" destId="{C3F5056D-0687-4AC8-B990-DC43E0095794}" srcOrd="5" destOrd="0" parTransId="{88B03886-3AC9-408B-BF77-CA9812B70542}" sibTransId="{5D5F24CB-C657-4A20-9DD4-57D6C74EAD08}"/>
    <dgm:cxn modelId="{7DDE3B91-001E-48C4-B3A7-9C5C9B91F7C0}" type="presOf" srcId="{B896C5BC-A882-4F08-88F3-8532C444EA97}" destId="{03101AB7-65E5-46E4-B3BA-DBE57A11FC91}" srcOrd="0" destOrd="0" presId="urn:microsoft.com/office/officeart/2005/8/layout/vList5"/>
    <dgm:cxn modelId="{D3ABC19E-4AA0-4C85-8E5C-5443BF593F04}" srcId="{FF9B894D-4905-4EBA-B75B-9D96C505F1A2}" destId="{C38A0029-5933-42C7-BC92-17A414484447}" srcOrd="1" destOrd="0" parTransId="{377E2A39-CA66-4D54-90DA-C5055891896F}" sibTransId="{FCB6AAD6-97AE-44DD-B3D3-640AF26DCA5C}"/>
    <dgm:cxn modelId="{91B11BBB-29B5-4062-8269-CF050F157309}" type="presOf" srcId="{344264A6-A5B9-43ED-A452-74AEB58AEEEF}" destId="{1BC49FF1-713B-483C-915E-753851487407}" srcOrd="0" destOrd="0" presId="urn:microsoft.com/office/officeart/2005/8/layout/vList5"/>
    <dgm:cxn modelId="{EFFFB4BB-776E-4ABD-B235-848965E1B1E1}" srcId="{B88C39F5-CEAD-4B54-AD2D-F9AA3E8119FB}" destId="{344264A6-A5B9-43ED-A452-74AEB58AEEEF}" srcOrd="0" destOrd="0" parTransId="{287A5CA7-B4DA-42AD-A1E4-19E923712145}" sibTransId="{EEC2B520-5CAC-44E1-B1CD-A803C9AF1F46}"/>
    <dgm:cxn modelId="{C852C1BF-34D9-4EDA-A2A4-E433A46D1BF0}" type="presOf" srcId="{C3F5056D-0687-4AC8-B990-DC43E0095794}" destId="{BFAB8CD3-1B31-4B24-833B-A6CDE93BC440}" srcOrd="0" destOrd="0" presId="urn:microsoft.com/office/officeart/2005/8/layout/vList5"/>
    <dgm:cxn modelId="{A7320AC9-C804-493F-A02D-ED5D8A8AC64E}" srcId="{FF9B894D-4905-4EBA-B75B-9D96C505F1A2}" destId="{FB5F1A42-AC58-4628-A540-C46A0F631A61}" srcOrd="2" destOrd="0" parTransId="{ECED48B5-2861-4A76-AEF2-F1F88404B6C7}" sibTransId="{1B83AC9C-2132-45C3-8D73-E84CDD4A4237}"/>
    <dgm:cxn modelId="{CC9583CF-D251-43CD-B8E1-9F31C80C39FF}" type="presOf" srcId="{63BAC512-2C9A-40EB-AFFB-2BF4B96926E5}" destId="{4DDD9739-D5DF-41EF-982C-B60D71911861}" srcOrd="0" destOrd="0" presId="urn:microsoft.com/office/officeart/2005/8/layout/vList5"/>
    <dgm:cxn modelId="{6A997AD8-0BF8-45F7-A99E-5BC1B1E8165E}" type="presOf" srcId="{598D6F3A-D22C-4C15-8817-B8B816623DD2}" destId="{D184AAC3-5018-4385-9F48-F000EB9C77D5}" srcOrd="0" destOrd="0" presId="urn:microsoft.com/office/officeart/2005/8/layout/vList5"/>
    <dgm:cxn modelId="{043B3CDA-AD47-4F29-A2DB-388673EEF812}" srcId="{63BAC512-2C9A-40EB-AFFB-2BF4B96926E5}" destId="{B896C5BC-A882-4F08-88F3-8532C444EA97}" srcOrd="0" destOrd="0" parTransId="{52E8EC4F-09D1-4D0F-9C9E-6DDCD22F6396}" sibTransId="{C1FDC56A-15D8-4380-9EC6-2DC59D0AFCD4}"/>
    <dgm:cxn modelId="{F3DE95E2-0EFE-4E62-8016-04B1DEA225D7}" srcId="{1628DFE5-FBFE-44F2-A8E5-A9A52684D989}" destId="{19E2D404-53BE-4E6F-BEF8-E5DA36E54684}" srcOrd="0" destOrd="0" parTransId="{7FBC95BA-945D-4001-8D95-A9AAD98BB444}" sibTransId="{9C306673-CE00-415B-8431-ABAD12C5A34B}"/>
    <dgm:cxn modelId="{ECCF1CFD-8091-4385-98AE-3DA30BB49E29}" srcId="{FF9B894D-4905-4EBA-B75B-9D96C505F1A2}" destId="{B88C39F5-CEAD-4B54-AD2D-F9AA3E8119FB}" srcOrd="3" destOrd="0" parTransId="{674F78BF-DCA2-416F-ABAA-6070D1F1242A}" sibTransId="{55A23393-0DB6-4128-9E54-12DCF97E647F}"/>
    <dgm:cxn modelId="{13746A6F-22D8-4505-B055-4FC231E885B7}" type="presParOf" srcId="{44B21110-F935-4DB0-855A-DAA14FCE2E7A}" destId="{8EFF1311-6A0F-4D1D-A467-36C1EE241AD8}" srcOrd="0" destOrd="0" presId="urn:microsoft.com/office/officeart/2005/8/layout/vList5"/>
    <dgm:cxn modelId="{08E674A1-E916-4DA8-94FF-9718F1074B22}" type="presParOf" srcId="{8EFF1311-6A0F-4D1D-A467-36C1EE241AD8}" destId="{4DDD9739-D5DF-41EF-982C-B60D71911861}" srcOrd="0" destOrd="0" presId="urn:microsoft.com/office/officeart/2005/8/layout/vList5"/>
    <dgm:cxn modelId="{4C92E23D-9E61-4E6B-B03F-F48AE5E6A074}" type="presParOf" srcId="{8EFF1311-6A0F-4D1D-A467-36C1EE241AD8}" destId="{03101AB7-65E5-46E4-B3BA-DBE57A11FC91}" srcOrd="1" destOrd="0" presId="urn:microsoft.com/office/officeart/2005/8/layout/vList5"/>
    <dgm:cxn modelId="{66F0AEBA-9C5E-4F71-9E5B-7CC5AF5C24B3}" type="presParOf" srcId="{44B21110-F935-4DB0-855A-DAA14FCE2E7A}" destId="{3270E941-C7FA-4BE4-88AE-337D172791EF}" srcOrd="1" destOrd="0" presId="urn:microsoft.com/office/officeart/2005/8/layout/vList5"/>
    <dgm:cxn modelId="{77BD8FBD-155F-467A-ACEB-1BD2B75437FF}" type="presParOf" srcId="{44B21110-F935-4DB0-855A-DAA14FCE2E7A}" destId="{B4124418-C3E5-4801-97FD-BC947F646166}" srcOrd="2" destOrd="0" presId="urn:microsoft.com/office/officeart/2005/8/layout/vList5"/>
    <dgm:cxn modelId="{69B20329-12EF-4D09-AD69-526C59985EAC}" type="presParOf" srcId="{B4124418-C3E5-4801-97FD-BC947F646166}" destId="{3F3F2A77-80D9-492F-B241-A70DD3C94C88}" srcOrd="0" destOrd="0" presId="urn:microsoft.com/office/officeart/2005/8/layout/vList5"/>
    <dgm:cxn modelId="{8DC9EFE5-A4D6-4792-9E26-3BF74E1FEF5D}" type="presParOf" srcId="{B4124418-C3E5-4801-97FD-BC947F646166}" destId="{61BE7183-6CDA-4AB5-9928-22B07A6BE930}" srcOrd="1" destOrd="0" presId="urn:microsoft.com/office/officeart/2005/8/layout/vList5"/>
    <dgm:cxn modelId="{804D5E98-D715-4CAB-B686-E9B28144FBBC}" type="presParOf" srcId="{44B21110-F935-4DB0-855A-DAA14FCE2E7A}" destId="{01E73FE8-491A-4670-8E30-892C66B7D472}" srcOrd="3" destOrd="0" presId="urn:microsoft.com/office/officeart/2005/8/layout/vList5"/>
    <dgm:cxn modelId="{31404766-0020-47B6-98D0-BBAD6150E847}" type="presParOf" srcId="{44B21110-F935-4DB0-855A-DAA14FCE2E7A}" destId="{E363C8B5-E62A-4282-9BA3-24123FBDF75F}" srcOrd="4" destOrd="0" presId="urn:microsoft.com/office/officeart/2005/8/layout/vList5"/>
    <dgm:cxn modelId="{75FD828B-6435-4805-8832-44934C3B28F6}" type="presParOf" srcId="{E363C8B5-E62A-4282-9BA3-24123FBDF75F}" destId="{2B41B1C8-7ED0-4D39-A213-EF57135FB9FC}" srcOrd="0" destOrd="0" presId="urn:microsoft.com/office/officeart/2005/8/layout/vList5"/>
    <dgm:cxn modelId="{0E32E8EA-E9F3-4F46-880F-E0F7509A359B}" type="presParOf" srcId="{E363C8B5-E62A-4282-9BA3-24123FBDF75F}" destId="{D184AAC3-5018-4385-9F48-F000EB9C77D5}" srcOrd="1" destOrd="0" presId="urn:microsoft.com/office/officeart/2005/8/layout/vList5"/>
    <dgm:cxn modelId="{719B0A65-D752-4902-9EB8-E122DBCBCD29}" type="presParOf" srcId="{44B21110-F935-4DB0-855A-DAA14FCE2E7A}" destId="{F02FD64A-9F4E-46AB-9805-60E5EC6B666F}" srcOrd="5" destOrd="0" presId="urn:microsoft.com/office/officeart/2005/8/layout/vList5"/>
    <dgm:cxn modelId="{8E8455EF-FB0C-4275-B334-12D704D20356}" type="presParOf" srcId="{44B21110-F935-4DB0-855A-DAA14FCE2E7A}" destId="{0054068B-6066-45E5-93E6-6BCFAF540426}" srcOrd="6" destOrd="0" presId="urn:microsoft.com/office/officeart/2005/8/layout/vList5"/>
    <dgm:cxn modelId="{23ACDACF-FFD2-43FD-A531-DE39BCD01116}" type="presParOf" srcId="{0054068B-6066-45E5-93E6-6BCFAF540426}" destId="{59DBA013-031D-4569-8EC3-49FA48CDB2F9}" srcOrd="0" destOrd="0" presId="urn:microsoft.com/office/officeart/2005/8/layout/vList5"/>
    <dgm:cxn modelId="{63A989A1-A555-4F73-94D5-8DBE1265F7CD}" type="presParOf" srcId="{0054068B-6066-45E5-93E6-6BCFAF540426}" destId="{1BC49FF1-713B-483C-915E-753851487407}" srcOrd="1" destOrd="0" presId="urn:microsoft.com/office/officeart/2005/8/layout/vList5"/>
    <dgm:cxn modelId="{2A55111E-E58A-41C6-8B45-746AD39EA3D2}" type="presParOf" srcId="{44B21110-F935-4DB0-855A-DAA14FCE2E7A}" destId="{B8EDE57E-D096-414C-8819-AFEDAC4F5A00}" srcOrd="7" destOrd="0" presId="urn:microsoft.com/office/officeart/2005/8/layout/vList5"/>
    <dgm:cxn modelId="{3B320A8F-5C8C-4D1B-B592-C93D1138354D}" type="presParOf" srcId="{44B21110-F935-4DB0-855A-DAA14FCE2E7A}" destId="{02B2BE05-5BE4-4806-970D-217ED0C46D19}" srcOrd="8" destOrd="0" presId="urn:microsoft.com/office/officeart/2005/8/layout/vList5"/>
    <dgm:cxn modelId="{93CAF27B-2DA8-4D47-9A2B-9541435F4567}" type="presParOf" srcId="{02B2BE05-5BE4-4806-970D-217ED0C46D19}" destId="{7E740A14-E76E-4A7A-ACDF-4ED027FA1A9F}" srcOrd="0" destOrd="0" presId="urn:microsoft.com/office/officeart/2005/8/layout/vList5"/>
    <dgm:cxn modelId="{D26933EC-B6CF-4952-8A1B-39CD60689314}" type="presParOf" srcId="{02B2BE05-5BE4-4806-970D-217ED0C46D19}" destId="{358A28D4-FA55-4173-A127-00846FCDBED5}" srcOrd="1" destOrd="0" presId="urn:microsoft.com/office/officeart/2005/8/layout/vList5"/>
    <dgm:cxn modelId="{A06FACA7-D89F-45DA-985C-C863812BD761}" type="presParOf" srcId="{44B21110-F935-4DB0-855A-DAA14FCE2E7A}" destId="{4941DE4F-2D17-4714-82B7-E2EF8195F426}" srcOrd="9" destOrd="0" presId="urn:microsoft.com/office/officeart/2005/8/layout/vList5"/>
    <dgm:cxn modelId="{87E6A9A3-2344-4BC6-A1B4-46E0A2B2C216}" type="presParOf" srcId="{44B21110-F935-4DB0-855A-DAA14FCE2E7A}" destId="{9FE5CA39-C7C5-46B1-8384-8EB48F76FFF2}" srcOrd="10" destOrd="0" presId="urn:microsoft.com/office/officeart/2005/8/layout/vList5"/>
    <dgm:cxn modelId="{F6B2D549-3020-4237-BF26-3867E78647B1}" type="presParOf" srcId="{9FE5CA39-C7C5-46B1-8384-8EB48F76FFF2}" destId="{BFAB8CD3-1B31-4B24-833B-A6CDE93BC440}" srcOrd="0" destOrd="0" presId="urn:microsoft.com/office/officeart/2005/8/layout/vList5"/>
    <dgm:cxn modelId="{8EAD01B9-5ADA-41D7-BE95-D69F9E45B7A3}" type="presParOf" srcId="{9FE5CA39-C7C5-46B1-8384-8EB48F76FFF2}" destId="{1C2EC525-75CF-4768-92B0-1449601A1B4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282908A-1C32-45FA-A513-3ED11AABA8FD}" type="doc">
      <dgm:prSet loTypeId="urn:microsoft.com/office/officeart/2016/7/layout/VerticalDownArrowProcess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IL"/>
        </a:p>
      </dgm:t>
    </dgm:pt>
    <dgm:pt modelId="{FD045FD6-7FE1-4E49-BC2D-2E40AC9B5221}">
      <dgm:prSet/>
      <dgm:spPr/>
      <dgm:t>
        <a:bodyPr/>
        <a:lstStyle/>
        <a:p>
          <a:r>
            <a:rPr lang="en-US" b="0" i="0" dirty="0"/>
            <a:t>MPG: Media Processing Graph</a:t>
          </a:r>
          <a:endParaRPr lang="en-IL" dirty="0"/>
        </a:p>
      </dgm:t>
    </dgm:pt>
    <dgm:pt modelId="{71681EB1-EC7A-43F8-852A-C9D480E614BA}" type="parTrans" cxnId="{80BFC577-546D-418B-B05C-BBD551D748A5}">
      <dgm:prSet/>
      <dgm:spPr/>
      <dgm:t>
        <a:bodyPr/>
        <a:lstStyle/>
        <a:p>
          <a:endParaRPr lang="en-IL"/>
        </a:p>
      </dgm:t>
    </dgm:pt>
    <dgm:pt modelId="{115C6256-7593-4820-B9C3-921C95C29A1E}" type="sibTrans" cxnId="{80BFC577-546D-418B-B05C-BBD551D748A5}">
      <dgm:prSet/>
      <dgm:spPr/>
      <dgm:t>
        <a:bodyPr/>
        <a:lstStyle/>
        <a:p>
          <a:endParaRPr lang="en-IL"/>
        </a:p>
      </dgm:t>
    </dgm:pt>
    <dgm:pt modelId="{252C0837-4ACB-4314-963E-E5A97AEBAD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Unidirectiona</a:t>
          </a:r>
          <a:r>
            <a:rPr lang="en-US" b="0" i="0" dirty="0"/>
            <a:t>l: data flows from source to sink</a:t>
          </a:r>
          <a:endParaRPr lang="en-IL" dirty="0"/>
        </a:p>
      </dgm:t>
    </dgm:pt>
    <dgm:pt modelId="{CA94B77A-C697-4E47-8537-560825F2295C}" type="parTrans" cxnId="{2D79EFEF-FBF3-4777-9451-D90B00E77940}">
      <dgm:prSet/>
      <dgm:spPr/>
      <dgm:t>
        <a:bodyPr/>
        <a:lstStyle/>
        <a:p>
          <a:endParaRPr lang="en-IL"/>
        </a:p>
      </dgm:t>
    </dgm:pt>
    <dgm:pt modelId="{0C1C000E-BA74-4EEB-8514-3AC3390A8BF9}" type="sibTrans" cxnId="{2D79EFEF-FBF3-4777-9451-D90B00E77940}">
      <dgm:prSet/>
      <dgm:spPr/>
      <dgm:t>
        <a:bodyPr/>
        <a:lstStyle/>
        <a:p>
          <a:endParaRPr lang="en-IL"/>
        </a:p>
      </dgm:t>
    </dgm:pt>
    <dgm:pt modelId="{961BE1E9-AF6C-47E0-A5E2-26403C01E1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Push</a:t>
          </a:r>
          <a:r>
            <a:rPr lang="en-US" b="0" i="0" dirty="0"/>
            <a:t>*: the processing is initiated by new input</a:t>
          </a:r>
          <a:endParaRPr lang="en-IL" dirty="0"/>
        </a:p>
      </dgm:t>
    </dgm:pt>
    <dgm:pt modelId="{48F790E9-D82D-48A9-BB5F-F839CFF6C7F5}" type="parTrans" cxnId="{9C2748D5-BE0E-4E70-8F6A-05EEFA870BAB}">
      <dgm:prSet/>
      <dgm:spPr/>
      <dgm:t>
        <a:bodyPr/>
        <a:lstStyle/>
        <a:p>
          <a:endParaRPr lang="en-IL"/>
        </a:p>
      </dgm:t>
    </dgm:pt>
    <dgm:pt modelId="{FC2B9DC8-5381-468B-8FF6-7BEBF94F9513}" type="sibTrans" cxnId="{9C2748D5-BE0E-4E70-8F6A-05EEFA870BAB}">
      <dgm:prSet/>
      <dgm:spPr/>
      <dgm:t>
        <a:bodyPr/>
        <a:lstStyle/>
        <a:p>
          <a:endParaRPr lang="en-IL"/>
        </a:p>
      </dgm:t>
    </dgm:pt>
    <dgm:pt modelId="{276B8CC1-5B41-4D66-A200-91D50FCE68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Single flow</a:t>
          </a:r>
          <a:r>
            <a:rPr lang="en-US" b="0" i="0" dirty="0"/>
            <a:t>: entire DAG is evaluated every time</a:t>
          </a:r>
          <a:endParaRPr lang="en-IL" dirty="0"/>
        </a:p>
      </dgm:t>
    </dgm:pt>
    <dgm:pt modelId="{206D8A4F-C261-4309-B533-2C679C724539}" type="parTrans" cxnId="{A4385645-1547-4CA7-8C02-627CFBAFC8DC}">
      <dgm:prSet/>
      <dgm:spPr/>
      <dgm:t>
        <a:bodyPr/>
        <a:lstStyle/>
        <a:p>
          <a:endParaRPr lang="en-IL"/>
        </a:p>
      </dgm:t>
    </dgm:pt>
    <dgm:pt modelId="{2B73E1FE-3856-470C-9CDA-2EBC89250EF0}" type="sibTrans" cxnId="{A4385645-1547-4CA7-8C02-627CFBAFC8DC}">
      <dgm:prSet/>
      <dgm:spPr/>
      <dgm:t>
        <a:bodyPr/>
        <a:lstStyle/>
        <a:p>
          <a:endParaRPr lang="en-IL"/>
        </a:p>
      </dgm:t>
    </dgm:pt>
    <dgm:pt modelId="{5980ACE8-EFE0-4B1A-89CE-D2D0E06CFE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Fixed node configuration</a:t>
          </a:r>
          <a:r>
            <a:rPr lang="en-US" b="0" i="0" dirty="0"/>
            <a:t>: once constructed used for every pass</a:t>
          </a:r>
          <a:endParaRPr lang="en-IL" dirty="0"/>
        </a:p>
      </dgm:t>
    </dgm:pt>
    <dgm:pt modelId="{0966734B-2E50-4C9A-B7B4-9E5E3878E8D8}" type="parTrans" cxnId="{B7CF6D31-8A4C-468A-B928-73CBCCDB4897}">
      <dgm:prSet/>
      <dgm:spPr/>
      <dgm:t>
        <a:bodyPr/>
        <a:lstStyle/>
        <a:p>
          <a:endParaRPr lang="en-IL"/>
        </a:p>
      </dgm:t>
    </dgm:pt>
    <dgm:pt modelId="{9BC107D5-6687-45F0-9F41-6D30FA25639D}" type="sibTrans" cxnId="{B7CF6D31-8A4C-468A-B928-73CBCCDB4897}">
      <dgm:prSet/>
      <dgm:spPr/>
      <dgm:t>
        <a:bodyPr/>
        <a:lstStyle/>
        <a:p>
          <a:endParaRPr lang="en-IL"/>
        </a:p>
      </dgm:t>
    </dgm:pt>
    <dgm:pt modelId="{D79DF83A-82C1-4628-B364-0E0D867B47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Constructed explicitly by a single user</a:t>
          </a:r>
          <a:r>
            <a:rPr lang="en-US" b="0" i="0" dirty="0"/>
            <a:t>: user can comprehend and construct entire small graph </a:t>
          </a:r>
          <a:endParaRPr lang="en-IL" dirty="0"/>
        </a:p>
      </dgm:t>
    </dgm:pt>
    <dgm:pt modelId="{EF3D60F1-A181-4368-8B19-BE48E8970DCB}" type="parTrans" cxnId="{CF3DA6CE-AA76-465D-BF7C-7530EADA8458}">
      <dgm:prSet/>
      <dgm:spPr/>
      <dgm:t>
        <a:bodyPr/>
        <a:lstStyle/>
        <a:p>
          <a:endParaRPr lang="en-IL"/>
        </a:p>
      </dgm:t>
    </dgm:pt>
    <dgm:pt modelId="{0B293555-FA23-480A-ABC2-4C2D8D275686}" type="sibTrans" cxnId="{CF3DA6CE-AA76-465D-BF7C-7530EADA8458}">
      <dgm:prSet/>
      <dgm:spPr/>
      <dgm:t>
        <a:bodyPr/>
        <a:lstStyle/>
        <a:p>
          <a:endParaRPr lang="en-IL"/>
        </a:p>
      </dgm:t>
    </dgm:pt>
    <dgm:pt modelId="{421B755E-8303-4E4D-81AD-80ABF555869F}">
      <dgm:prSet/>
      <dgm:spPr/>
      <dgm:t>
        <a:bodyPr/>
        <a:lstStyle/>
        <a:p>
          <a:r>
            <a:rPr lang="en-US" b="0" i="0" dirty="0"/>
            <a:t>NCG: Neural Computational Graph</a:t>
          </a:r>
          <a:endParaRPr lang="en-IL" dirty="0"/>
        </a:p>
      </dgm:t>
    </dgm:pt>
    <dgm:pt modelId="{9B0DC825-4BC1-4BA7-B7CD-EE96ECF3DFB2}" type="parTrans" cxnId="{2F68EBEE-A1B7-40DD-A2D3-8317D915F5D4}">
      <dgm:prSet/>
      <dgm:spPr/>
      <dgm:t>
        <a:bodyPr/>
        <a:lstStyle/>
        <a:p>
          <a:endParaRPr lang="en-IL"/>
        </a:p>
      </dgm:t>
    </dgm:pt>
    <dgm:pt modelId="{BC1AFCFD-F4B3-42F1-A788-429988CAC3D5}" type="sibTrans" cxnId="{2F68EBEE-A1B7-40DD-A2D3-8317D915F5D4}">
      <dgm:prSet/>
      <dgm:spPr/>
      <dgm:t>
        <a:bodyPr/>
        <a:lstStyle/>
        <a:p>
          <a:endParaRPr lang="en-IL"/>
        </a:p>
      </dgm:t>
    </dgm:pt>
    <dgm:pt modelId="{2653D44E-F8D6-42DF-BC7C-0987F78E8F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Bidirectional</a:t>
          </a:r>
          <a:r>
            <a:rPr lang="en-US" b="0" i="0" dirty="0"/>
            <a:t>: inference from source to sink but parameter update/propagation from sink to source</a:t>
          </a:r>
          <a:endParaRPr lang="en-IL" dirty="0"/>
        </a:p>
      </dgm:t>
    </dgm:pt>
    <dgm:pt modelId="{94CF1209-120B-4AE1-8382-1BB97900551C}" type="parTrans" cxnId="{0EF30439-93D5-4ABC-8B36-FE1261898D6D}">
      <dgm:prSet/>
      <dgm:spPr/>
      <dgm:t>
        <a:bodyPr/>
        <a:lstStyle/>
        <a:p>
          <a:endParaRPr lang="en-IL"/>
        </a:p>
      </dgm:t>
    </dgm:pt>
    <dgm:pt modelId="{7B0653BB-DB3A-48AB-A53B-6FAA5CD63D73}" type="sibTrans" cxnId="{0EF30439-93D5-4ABC-8B36-FE1261898D6D}">
      <dgm:prSet/>
      <dgm:spPr/>
      <dgm:t>
        <a:bodyPr/>
        <a:lstStyle/>
        <a:p>
          <a:endParaRPr lang="en-IL"/>
        </a:p>
      </dgm:t>
    </dgm:pt>
    <dgm:pt modelId="{6EFCE574-01E3-4FE7-9682-F54DB6D7BC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Mixed pull and push:</a:t>
          </a:r>
          <a:r>
            <a:rPr lang="en-US" b="0" i="0" dirty="0"/>
            <a:t> the processing is initiated when the sink needs more samples</a:t>
          </a:r>
          <a:endParaRPr lang="en-IL" dirty="0"/>
        </a:p>
      </dgm:t>
    </dgm:pt>
    <dgm:pt modelId="{A2089F4C-D7FE-453E-A35C-21A315001C06}" type="parTrans" cxnId="{7F8D3C2C-2738-4D4C-9F4B-9A2AAD676529}">
      <dgm:prSet/>
      <dgm:spPr/>
      <dgm:t>
        <a:bodyPr/>
        <a:lstStyle/>
        <a:p>
          <a:endParaRPr lang="en-IL"/>
        </a:p>
      </dgm:t>
    </dgm:pt>
    <dgm:pt modelId="{899197E6-255E-456A-849F-57D97E9497A1}" type="sibTrans" cxnId="{7F8D3C2C-2738-4D4C-9F4B-9A2AAD676529}">
      <dgm:prSet/>
      <dgm:spPr/>
      <dgm:t>
        <a:bodyPr/>
        <a:lstStyle/>
        <a:p>
          <a:endParaRPr lang="en-IL"/>
        </a:p>
      </dgm:t>
    </dgm:pt>
    <dgm:pt modelId="{320DC226-3FB8-4E14-BD1C-365EE38A15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Multiple flows</a:t>
          </a:r>
          <a:r>
            <a:rPr lang="en-US" b="0" i="0" dirty="0"/>
            <a:t>: different parts of the graph can be used depending on outputs or parameter update iteration</a:t>
          </a:r>
          <a:endParaRPr lang="en-IL" dirty="0"/>
        </a:p>
      </dgm:t>
    </dgm:pt>
    <dgm:pt modelId="{DEFEDA63-AD99-4333-AA4A-64FFAD3BAB2B}" type="parTrans" cxnId="{DE1BDD9A-DCA8-4026-99BF-2FC2D33BDE47}">
      <dgm:prSet/>
      <dgm:spPr/>
      <dgm:t>
        <a:bodyPr/>
        <a:lstStyle/>
        <a:p>
          <a:endParaRPr lang="en-IL"/>
        </a:p>
      </dgm:t>
    </dgm:pt>
    <dgm:pt modelId="{AE2FC816-D9F5-488A-BC75-4950EFD474BA}" type="sibTrans" cxnId="{DE1BDD9A-DCA8-4026-99BF-2FC2D33BDE47}">
      <dgm:prSet/>
      <dgm:spPr/>
      <dgm:t>
        <a:bodyPr/>
        <a:lstStyle/>
        <a:p>
          <a:endParaRPr lang="en-IL"/>
        </a:p>
      </dgm:t>
    </dgm:pt>
    <dgm:pt modelId="{63BB629E-C65D-4440-9344-F9A2E6C1B3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Dynamic node configuration</a:t>
          </a:r>
          <a:r>
            <a:rPr lang="en-US" b="0" i="0" dirty="0"/>
            <a:t>: configuration might change via backpropagation and weight update</a:t>
          </a:r>
          <a:endParaRPr lang="en-IL" dirty="0"/>
        </a:p>
      </dgm:t>
    </dgm:pt>
    <dgm:pt modelId="{BC9D70EF-C7EF-4D71-836D-64C041245FE7}" type="parTrans" cxnId="{98E91F41-C5A3-4B41-83F7-1E6B43928C4C}">
      <dgm:prSet/>
      <dgm:spPr/>
      <dgm:t>
        <a:bodyPr/>
        <a:lstStyle/>
        <a:p>
          <a:endParaRPr lang="en-IL"/>
        </a:p>
      </dgm:t>
    </dgm:pt>
    <dgm:pt modelId="{DE3B1E60-B587-4B6E-BBD8-8E45B470EE4B}" type="sibTrans" cxnId="{98E91F41-C5A3-4B41-83F7-1E6B43928C4C}">
      <dgm:prSet/>
      <dgm:spPr/>
      <dgm:t>
        <a:bodyPr/>
        <a:lstStyle/>
        <a:p>
          <a:endParaRPr lang="en-IL"/>
        </a:p>
      </dgm:t>
    </dgm:pt>
    <dgm:pt modelId="{9A4E2FDF-6BC6-47F9-9F27-F32CB34FAB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Constructed implicitly synchronously and incrementally by a single user </a:t>
          </a:r>
          <a:r>
            <a:rPr lang="en-US" b="0" i="0" dirty="0"/>
            <a:t>: duplicate and reparametrize graph section/layers as block box components</a:t>
          </a:r>
          <a:endParaRPr lang="en-IL" dirty="0"/>
        </a:p>
      </dgm:t>
    </dgm:pt>
    <dgm:pt modelId="{B787F0FC-B917-41B3-A9C0-D3059E02A233}" type="parTrans" cxnId="{ADE8E4DF-9123-48B4-9E9D-E36C57257326}">
      <dgm:prSet/>
      <dgm:spPr/>
      <dgm:t>
        <a:bodyPr/>
        <a:lstStyle/>
        <a:p>
          <a:endParaRPr lang="en-IL"/>
        </a:p>
      </dgm:t>
    </dgm:pt>
    <dgm:pt modelId="{6972201A-15D8-42FC-AF55-AAB91ABA4E8C}" type="sibTrans" cxnId="{ADE8E4DF-9123-48B4-9E9D-E36C57257326}">
      <dgm:prSet/>
      <dgm:spPr/>
      <dgm:t>
        <a:bodyPr/>
        <a:lstStyle/>
        <a:p>
          <a:endParaRPr lang="en-IL"/>
        </a:p>
      </dgm:t>
    </dgm:pt>
    <dgm:pt modelId="{9FD68E0A-DCDA-469F-A39A-6B2BE58750EB}">
      <dgm:prSet/>
      <dgm:spPr/>
      <dgm:t>
        <a:bodyPr/>
        <a:lstStyle/>
        <a:p>
          <a:r>
            <a:rPr lang="en-US" b="0" i="0" dirty="0"/>
            <a:t>CGG: Content Generation Graph</a:t>
          </a:r>
          <a:endParaRPr lang="en-IL" dirty="0"/>
        </a:p>
      </dgm:t>
    </dgm:pt>
    <dgm:pt modelId="{88842A38-897C-4555-8ED2-475839B87A98}" type="parTrans" cxnId="{5A1B64BD-BDBB-4C54-BD5D-C6C450BF6EE9}">
      <dgm:prSet/>
      <dgm:spPr/>
      <dgm:t>
        <a:bodyPr/>
        <a:lstStyle/>
        <a:p>
          <a:endParaRPr lang="en-IL"/>
        </a:p>
      </dgm:t>
    </dgm:pt>
    <dgm:pt modelId="{16197E91-0E57-45CE-85C9-6A9F9D75817F}" type="sibTrans" cxnId="{5A1B64BD-BDBB-4C54-BD5D-C6C450BF6EE9}">
      <dgm:prSet/>
      <dgm:spPr/>
      <dgm:t>
        <a:bodyPr/>
        <a:lstStyle/>
        <a:p>
          <a:endParaRPr lang="en-IL"/>
        </a:p>
      </dgm:t>
    </dgm:pt>
    <dgm:pt modelId="{D9403C33-1174-4906-8D32-3EF2EAF6D5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Bidirectional:</a:t>
          </a:r>
          <a:r>
            <a:rPr lang="en-US" b="0" i="0" dirty="0"/>
            <a:t> configurations and # of requested samples flow backward</a:t>
          </a:r>
          <a:endParaRPr lang="en-IL" dirty="0"/>
        </a:p>
      </dgm:t>
    </dgm:pt>
    <dgm:pt modelId="{7B9E7B6A-19FB-472D-9053-A81D46101DA6}" type="parTrans" cxnId="{D0B3A4BA-8C1D-4B44-B925-13E1C9D1A827}">
      <dgm:prSet/>
      <dgm:spPr/>
      <dgm:t>
        <a:bodyPr/>
        <a:lstStyle/>
        <a:p>
          <a:endParaRPr lang="en-IL"/>
        </a:p>
      </dgm:t>
    </dgm:pt>
    <dgm:pt modelId="{BCEBE0D2-2933-401A-AFFB-668E0923A4D2}" type="sibTrans" cxnId="{D0B3A4BA-8C1D-4B44-B925-13E1C9D1A827}">
      <dgm:prSet/>
      <dgm:spPr/>
      <dgm:t>
        <a:bodyPr/>
        <a:lstStyle/>
        <a:p>
          <a:endParaRPr lang="en-IL"/>
        </a:p>
      </dgm:t>
    </dgm:pt>
    <dgm:pt modelId="{B334A012-2E66-43FF-AEB6-32E3B79737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Pull:</a:t>
          </a:r>
          <a:r>
            <a:rPr lang="en-US" b="0" i="0" dirty="0"/>
            <a:t> new data generated by sink pull</a:t>
          </a:r>
          <a:endParaRPr lang="en-IL" dirty="0"/>
        </a:p>
      </dgm:t>
    </dgm:pt>
    <dgm:pt modelId="{F72F2162-779B-4AB4-B9C5-9D4CF147D827}" type="parTrans" cxnId="{453241B5-9EB3-49CC-9054-F8D93BF86A8D}">
      <dgm:prSet/>
      <dgm:spPr/>
      <dgm:t>
        <a:bodyPr/>
        <a:lstStyle/>
        <a:p>
          <a:endParaRPr lang="en-IL"/>
        </a:p>
      </dgm:t>
    </dgm:pt>
    <dgm:pt modelId="{CE20F851-3E76-4B89-B068-9A186187E385}" type="sibTrans" cxnId="{453241B5-9EB3-49CC-9054-F8D93BF86A8D}">
      <dgm:prSet/>
      <dgm:spPr/>
      <dgm:t>
        <a:bodyPr/>
        <a:lstStyle/>
        <a:p>
          <a:endParaRPr lang="en-IL"/>
        </a:p>
      </dgm:t>
    </dgm:pt>
    <dgm:pt modelId="{F6C5317D-5045-4616-98A6-B8A56E57A9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Multiple flows</a:t>
          </a:r>
          <a:r>
            <a:rPr lang="en-US" b="0" i="0" dirty="0"/>
            <a:t>: different sinks require activating different parts of the graph at different times  </a:t>
          </a:r>
          <a:endParaRPr lang="en-IL" dirty="0"/>
        </a:p>
      </dgm:t>
    </dgm:pt>
    <dgm:pt modelId="{BE4544DB-2D21-476D-BF14-5B9B29015A1D}" type="parTrans" cxnId="{8E94B2D0-A5AE-4A1F-BA96-4E330A1D1ACF}">
      <dgm:prSet/>
      <dgm:spPr/>
      <dgm:t>
        <a:bodyPr/>
        <a:lstStyle/>
        <a:p>
          <a:endParaRPr lang="en-IL"/>
        </a:p>
      </dgm:t>
    </dgm:pt>
    <dgm:pt modelId="{2FA1D0E5-1DE7-4D8B-872F-85D378D5F5E7}" type="sibTrans" cxnId="{8E94B2D0-A5AE-4A1F-BA96-4E330A1D1ACF}">
      <dgm:prSet/>
      <dgm:spPr/>
      <dgm:t>
        <a:bodyPr/>
        <a:lstStyle/>
        <a:p>
          <a:endParaRPr lang="en-IL"/>
        </a:p>
      </dgm:t>
    </dgm:pt>
    <dgm:pt modelId="{057A2B07-833C-4610-BF58-2513CBA8C8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Dynamic mode configuration </a:t>
          </a:r>
          <a:r>
            <a:rPr lang="en-US" b="0" i="0" dirty="0"/>
            <a:t>depends on hierarchical configuration overriding</a:t>
          </a:r>
          <a:endParaRPr lang="en-IL" dirty="0"/>
        </a:p>
      </dgm:t>
    </dgm:pt>
    <dgm:pt modelId="{E70C1930-AC2E-45FC-996E-07C55EEC38FB}" type="parTrans" cxnId="{392E8767-BE79-4437-BE36-EE5C91B7FF50}">
      <dgm:prSet/>
      <dgm:spPr/>
      <dgm:t>
        <a:bodyPr/>
        <a:lstStyle/>
        <a:p>
          <a:endParaRPr lang="en-IL"/>
        </a:p>
      </dgm:t>
    </dgm:pt>
    <dgm:pt modelId="{B5060776-6387-4EC3-B230-F7D5EA86A29D}" type="sibTrans" cxnId="{392E8767-BE79-4437-BE36-EE5C91B7FF50}">
      <dgm:prSet/>
      <dgm:spPr/>
      <dgm:t>
        <a:bodyPr/>
        <a:lstStyle/>
        <a:p>
          <a:endParaRPr lang="en-IL"/>
        </a:p>
      </dgm:t>
    </dgm:pt>
    <dgm:pt modelId="{9DC1870D-24A7-4B35-8A36-C8FDF2C3F6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Constructed implicitly asynchronously by multiple users through complex reuse operation</a:t>
          </a:r>
          <a:endParaRPr lang="en-IL" b="1" dirty="0"/>
        </a:p>
      </dgm:t>
    </dgm:pt>
    <dgm:pt modelId="{760BCDDA-74C9-46B9-85C4-8DF3801B8F16}" type="parTrans" cxnId="{558D955A-9BED-4978-B8C6-2D7FA8F05770}">
      <dgm:prSet/>
      <dgm:spPr/>
      <dgm:t>
        <a:bodyPr/>
        <a:lstStyle/>
        <a:p>
          <a:endParaRPr lang="en-IL"/>
        </a:p>
      </dgm:t>
    </dgm:pt>
    <dgm:pt modelId="{55373BC8-3E5C-4C25-B354-89698DCF9309}" type="sibTrans" cxnId="{558D955A-9BED-4978-B8C6-2D7FA8F05770}">
      <dgm:prSet/>
      <dgm:spPr/>
      <dgm:t>
        <a:bodyPr/>
        <a:lstStyle/>
        <a:p>
          <a:endParaRPr lang="en-IL"/>
        </a:p>
      </dgm:t>
    </dgm:pt>
    <dgm:pt modelId="{5C6E6479-9CD1-4BA6-903A-59693B1D7ECC}" type="pres">
      <dgm:prSet presAssocID="{1282908A-1C32-45FA-A513-3ED11AABA8FD}" presName="Name0" presStyleCnt="0">
        <dgm:presLayoutVars>
          <dgm:dir/>
          <dgm:animLvl val="lvl"/>
          <dgm:resizeHandles val="exact"/>
        </dgm:presLayoutVars>
      </dgm:prSet>
      <dgm:spPr/>
    </dgm:pt>
    <dgm:pt modelId="{AE041439-CFF9-4247-814D-E5B56A09703A}" type="pres">
      <dgm:prSet presAssocID="{9FD68E0A-DCDA-469F-A39A-6B2BE58750EB}" presName="boxAndChildren" presStyleCnt="0"/>
      <dgm:spPr/>
    </dgm:pt>
    <dgm:pt modelId="{5F72ACFC-BFC7-49AE-8467-FF87FCA81DE4}" type="pres">
      <dgm:prSet presAssocID="{9FD68E0A-DCDA-469F-A39A-6B2BE58750EB}" presName="parentTextBox" presStyleLbl="alignNode1" presStyleIdx="0" presStyleCnt="3"/>
      <dgm:spPr/>
    </dgm:pt>
    <dgm:pt modelId="{773D6579-C4C3-494C-9331-D8730F96F7A3}" type="pres">
      <dgm:prSet presAssocID="{9FD68E0A-DCDA-469F-A39A-6B2BE58750EB}" presName="descendantBox" presStyleLbl="bgAccFollowNode1" presStyleIdx="0" presStyleCnt="3"/>
      <dgm:spPr/>
    </dgm:pt>
    <dgm:pt modelId="{D147D3F3-1865-426A-B7A7-E5F1C242C14B}" type="pres">
      <dgm:prSet presAssocID="{BC1AFCFD-F4B3-42F1-A788-429988CAC3D5}" presName="sp" presStyleCnt="0"/>
      <dgm:spPr/>
    </dgm:pt>
    <dgm:pt modelId="{C0F47C58-260E-4992-A1C5-5EAF44FC80C0}" type="pres">
      <dgm:prSet presAssocID="{421B755E-8303-4E4D-81AD-80ABF555869F}" presName="arrowAndChildren" presStyleCnt="0"/>
      <dgm:spPr/>
    </dgm:pt>
    <dgm:pt modelId="{4642BEA0-03B3-416A-87F7-25B7972C590A}" type="pres">
      <dgm:prSet presAssocID="{421B755E-8303-4E4D-81AD-80ABF555869F}" presName="parentTextArrow" presStyleLbl="node1" presStyleIdx="0" presStyleCnt="0"/>
      <dgm:spPr/>
    </dgm:pt>
    <dgm:pt modelId="{6FCF0B65-C48A-46E4-B03C-7EC0A2716A6A}" type="pres">
      <dgm:prSet presAssocID="{421B755E-8303-4E4D-81AD-80ABF555869F}" presName="arrow" presStyleLbl="alignNode1" presStyleIdx="1" presStyleCnt="3"/>
      <dgm:spPr/>
    </dgm:pt>
    <dgm:pt modelId="{C9D91E85-9EE9-414E-8944-62D4CF159566}" type="pres">
      <dgm:prSet presAssocID="{421B755E-8303-4E4D-81AD-80ABF555869F}" presName="descendantArrow" presStyleLbl="bgAccFollowNode1" presStyleIdx="1" presStyleCnt="3"/>
      <dgm:spPr/>
    </dgm:pt>
    <dgm:pt modelId="{B70DCE26-F512-485C-9822-0CE925EDF8A7}" type="pres">
      <dgm:prSet presAssocID="{115C6256-7593-4820-B9C3-921C95C29A1E}" presName="sp" presStyleCnt="0"/>
      <dgm:spPr/>
    </dgm:pt>
    <dgm:pt modelId="{E9477D8B-F8CC-4A38-AA83-F0D5FADE5C23}" type="pres">
      <dgm:prSet presAssocID="{FD045FD6-7FE1-4E49-BC2D-2E40AC9B5221}" presName="arrowAndChildren" presStyleCnt="0"/>
      <dgm:spPr/>
    </dgm:pt>
    <dgm:pt modelId="{A8B32517-53D9-466D-BF48-6DBBA4499782}" type="pres">
      <dgm:prSet presAssocID="{FD045FD6-7FE1-4E49-BC2D-2E40AC9B5221}" presName="parentTextArrow" presStyleLbl="node1" presStyleIdx="0" presStyleCnt="0"/>
      <dgm:spPr/>
    </dgm:pt>
    <dgm:pt modelId="{DC3AAED9-5C23-4B6F-95BC-51C5F36832BB}" type="pres">
      <dgm:prSet presAssocID="{FD045FD6-7FE1-4E49-BC2D-2E40AC9B5221}" presName="arrow" presStyleLbl="alignNode1" presStyleIdx="2" presStyleCnt="3"/>
      <dgm:spPr/>
    </dgm:pt>
    <dgm:pt modelId="{3EFCDBCE-BF32-487E-9AE2-CF32D3058B34}" type="pres">
      <dgm:prSet presAssocID="{FD045FD6-7FE1-4E49-BC2D-2E40AC9B5221}" presName="descendantArrow" presStyleLbl="bgAccFollowNode1" presStyleIdx="2" presStyleCnt="3" custLinFactY="-60270" custLinFactNeighborX="2721" custLinFactNeighborY="-100000"/>
      <dgm:spPr/>
    </dgm:pt>
  </dgm:ptLst>
  <dgm:cxnLst>
    <dgm:cxn modelId="{AD7DDE13-33D3-48A5-BFAF-00C984812CB0}" type="presOf" srcId="{252C0837-4ACB-4314-963E-E5A97AEBAD58}" destId="{3EFCDBCE-BF32-487E-9AE2-CF32D3058B34}" srcOrd="0" destOrd="0" presId="urn:microsoft.com/office/officeart/2016/7/layout/VerticalDownArrowProcess"/>
    <dgm:cxn modelId="{703C651B-8CC0-44A3-9089-C310D4337349}" type="presOf" srcId="{9A4E2FDF-6BC6-47F9-9F27-F32CB34FAB01}" destId="{C9D91E85-9EE9-414E-8944-62D4CF159566}" srcOrd="0" destOrd="4" presId="urn:microsoft.com/office/officeart/2016/7/layout/VerticalDownArrowProcess"/>
    <dgm:cxn modelId="{B5A7021E-63A7-4845-87A9-5850DF06A58B}" type="presOf" srcId="{320DC226-3FB8-4E14-BD1C-365EE38A1546}" destId="{C9D91E85-9EE9-414E-8944-62D4CF159566}" srcOrd="0" destOrd="2" presId="urn:microsoft.com/office/officeart/2016/7/layout/VerticalDownArrowProcess"/>
    <dgm:cxn modelId="{7F8D3C2C-2738-4D4C-9F4B-9A2AAD676529}" srcId="{421B755E-8303-4E4D-81AD-80ABF555869F}" destId="{6EFCE574-01E3-4FE7-9682-F54DB6D7BC4B}" srcOrd="1" destOrd="0" parTransId="{A2089F4C-D7FE-453E-A35C-21A315001C06}" sibTransId="{899197E6-255E-456A-849F-57D97E9497A1}"/>
    <dgm:cxn modelId="{B7CF6D31-8A4C-468A-B928-73CBCCDB4897}" srcId="{FD045FD6-7FE1-4E49-BC2D-2E40AC9B5221}" destId="{5980ACE8-EFE0-4B1A-89CE-D2D0E06CFECD}" srcOrd="3" destOrd="0" parTransId="{0966734B-2E50-4C9A-B7B4-9E5E3878E8D8}" sibTransId="{9BC107D5-6687-45F0-9F41-6D30FA25639D}"/>
    <dgm:cxn modelId="{F3CA3A37-2DBA-4771-9DF1-F117555C5570}" type="presOf" srcId="{961BE1E9-AF6C-47E0-A5E2-26403C01E16E}" destId="{3EFCDBCE-BF32-487E-9AE2-CF32D3058B34}" srcOrd="0" destOrd="1" presId="urn:microsoft.com/office/officeart/2016/7/layout/VerticalDownArrowProcess"/>
    <dgm:cxn modelId="{0EF30439-93D5-4ABC-8B36-FE1261898D6D}" srcId="{421B755E-8303-4E4D-81AD-80ABF555869F}" destId="{2653D44E-F8D6-42DF-BC7C-0987F78E8FB7}" srcOrd="0" destOrd="0" parTransId="{94CF1209-120B-4AE1-8382-1BB97900551C}" sibTransId="{7B0653BB-DB3A-48AB-A53B-6FAA5CD63D73}"/>
    <dgm:cxn modelId="{3AB83B5C-C925-4864-A55B-DB45F28901FB}" type="presOf" srcId="{F6C5317D-5045-4616-98A6-B8A56E57A95C}" destId="{773D6579-C4C3-494C-9331-D8730F96F7A3}" srcOrd="0" destOrd="2" presId="urn:microsoft.com/office/officeart/2016/7/layout/VerticalDownArrowProcess"/>
    <dgm:cxn modelId="{98E91F41-C5A3-4B41-83F7-1E6B43928C4C}" srcId="{421B755E-8303-4E4D-81AD-80ABF555869F}" destId="{63BB629E-C65D-4440-9344-F9A2E6C1B331}" srcOrd="3" destOrd="0" parTransId="{BC9D70EF-C7EF-4D71-836D-64C041245FE7}" sibTransId="{DE3B1E60-B587-4B6E-BBD8-8E45B470EE4B}"/>
    <dgm:cxn modelId="{ED674241-DF96-43F7-BE3A-5B1023F17B6E}" type="presOf" srcId="{FD045FD6-7FE1-4E49-BC2D-2E40AC9B5221}" destId="{A8B32517-53D9-466D-BF48-6DBBA4499782}" srcOrd="0" destOrd="0" presId="urn:microsoft.com/office/officeart/2016/7/layout/VerticalDownArrowProcess"/>
    <dgm:cxn modelId="{A4385645-1547-4CA7-8C02-627CFBAFC8DC}" srcId="{FD045FD6-7FE1-4E49-BC2D-2E40AC9B5221}" destId="{276B8CC1-5B41-4D66-A200-91D50FCE68FC}" srcOrd="2" destOrd="0" parTransId="{206D8A4F-C261-4309-B533-2C679C724539}" sibTransId="{2B73E1FE-3856-470C-9CDA-2EBC89250EF0}"/>
    <dgm:cxn modelId="{174CB665-ED87-49A8-BC1D-00C3EF344BF2}" type="presOf" srcId="{D9403C33-1174-4906-8D32-3EF2EAF6D557}" destId="{773D6579-C4C3-494C-9331-D8730F96F7A3}" srcOrd="0" destOrd="0" presId="urn:microsoft.com/office/officeart/2016/7/layout/VerticalDownArrowProcess"/>
    <dgm:cxn modelId="{392E8767-BE79-4437-BE36-EE5C91B7FF50}" srcId="{9FD68E0A-DCDA-469F-A39A-6B2BE58750EB}" destId="{057A2B07-833C-4610-BF58-2513CBA8C839}" srcOrd="3" destOrd="0" parTransId="{E70C1930-AC2E-45FC-996E-07C55EEC38FB}" sibTransId="{B5060776-6387-4EC3-B230-F7D5EA86A29D}"/>
    <dgm:cxn modelId="{C108106A-95D5-4033-AE65-25EA8B0B4807}" type="presOf" srcId="{FD045FD6-7FE1-4E49-BC2D-2E40AC9B5221}" destId="{DC3AAED9-5C23-4B6F-95BC-51C5F36832BB}" srcOrd="1" destOrd="0" presId="urn:microsoft.com/office/officeart/2016/7/layout/VerticalDownArrowProcess"/>
    <dgm:cxn modelId="{4E343253-9B3A-4366-9BFC-8AFEDC5393F3}" type="presOf" srcId="{2653D44E-F8D6-42DF-BC7C-0987F78E8FB7}" destId="{C9D91E85-9EE9-414E-8944-62D4CF159566}" srcOrd="0" destOrd="0" presId="urn:microsoft.com/office/officeart/2016/7/layout/VerticalDownArrowProcess"/>
    <dgm:cxn modelId="{80BFC577-546D-418B-B05C-BBD551D748A5}" srcId="{1282908A-1C32-45FA-A513-3ED11AABA8FD}" destId="{FD045FD6-7FE1-4E49-BC2D-2E40AC9B5221}" srcOrd="0" destOrd="0" parTransId="{71681EB1-EC7A-43F8-852A-C9D480E614BA}" sibTransId="{115C6256-7593-4820-B9C3-921C95C29A1E}"/>
    <dgm:cxn modelId="{CCCB0679-DC67-41C5-B4F1-E447E4F98CEC}" type="presOf" srcId="{421B755E-8303-4E4D-81AD-80ABF555869F}" destId="{6FCF0B65-C48A-46E4-B03C-7EC0A2716A6A}" srcOrd="1" destOrd="0" presId="urn:microsoft.com/office/officeart/2016/7/layout/VerticalDownArrowProcess"/>
    <dgm:cxn modelId="{558D955A-9BED-4978-B8C6-2D7FA8F05770}" srcId="{9FD68E0A-DCDA-469F-A39A-6B2BE58750EB}" destId="{9DC1870D-24A7-4B35-8A36-C8FDF2C3F6B0}" srcOrd="4" destOrd="0" parTransId="{760BCDDA-74C9-46B9-85C4-8DF3801B8F16}" sibTransId="{55373BC8-3E5C-4C25-B354-89698DCF9309}"/>
    <dgm:cxn modelId="{5243A980-5AD8-4B72-9BBE-90C1CCFA4932}" type="presOf" srcId="{6EFCE574-01E3-4FE7-9682-F54DB6D7BC4B}" destId="{C9D91E85-9EE9-414E-8944-62D4CF159566}" srcOrd="0" destOrd="1" presId="urn:microsoft.com/office/officeart/2016/7/layout/VerticalDownArrowProcess"/>
    <dgm:cxn modelId="{82EC0392-9032-4F83-A545-A7B6BDCCAD34}" type="presOf" srcId="{9FD68E0A-DCDA-469F-A39A-6B2BE58750EB}" destId="{5F72ACFC-BFC7-49AE-8467-FF87FCA81DE4}" srcOrd="0" destOrd="0" presId="urn:microsoft.com/office/officeart/2016/7/layout/VerticalDownArrowProcess"/>
    <dgm:cxn modelId="{6FA36096-4217-4DAC-9259-CBB5C8ED17C7}" type="presOf" srcId="{421B755E-8303-4E4D-81AD-80ABF555869F}" destId="{4642BEA0-03B3-416A-87F7-25B7972C590A}" srcOrd="0" destOrd="0" presId="urn:microsoft.com/office/officeart/2016/7/layout/VerticalDownArrowProcess"/>
    <dgm:cxn modelId="{DE1BDD9A-DCA8-4026-99BF-2FC2D33BDE47}" srcId="{421B755E-8303-4E4D-81AD-80ABF555869F}" destId="{320DC226-3FB8-4E14-BD1C-365EE38A1546}" srcOrd="2" destOrd="0" parTransId="{DEFEDA63-AD99-4333-AA4A-64FFAD3BAB2B}" sibTransId="{AE2FC816-D9F5-488A-BC75-4950EFD474BA}"/>
    <dgm:cxn modelId="{4B7C31AF-8710-49A4-988B-36AC0276128F}" type="presOf" srcId="{B334A012-2E66-43FF-AEB6-32E3B79737C5}" destId="{773D6579-C4C3-494C-9331-D8730F96F7A3}" srcOrd="0" destOrd="1" presId="urn:microsoft.com/office/officeart/2016/7/layout/VerticalDownArrowProcess"/>
    <dgm:cxn modelId="{453241B5-9EB3-49CC-9054-F8D93BF86A8D}" srcId="{9FD68E0A-DCDA-469F-A39A-6B2BE58750EB}" destId="{B334A012-2E66-43FF-AEB6-32E3B79737C5}" srcOrd="1" destOrd="0" parTransId="{F72F2162-779B-4AB4-B9C5-9D4CF147D827}" sibTransId="{CE20F851-3E76-4B89-B068-9A186187E385}"/>
    <dgm:cxn modelId="{B10A63BA-276B-4250-AC7A-882F0D6C3577}" type="presOf" srcId="{9DC1870D-24A7-4B35-8A36-C8FDF2C3F6B0}" destId="{773D6579-C4C3-494C-9331-D8730F96F7A3}" srcOrd="0" destOrd="4" presId="urn:microsoft.com/office/officeart/2016/7/layout/VerticalDownArrowProcess"/>
    <dgm:cxn modelId="{D0B3A4BA-8C1D-4B44-B925-13E1C9D1A827}" srcId="{9FD68E0A-DCDA-469F-A39A-6B2BE58750EB}" destId="{D9403C33-1174-4906-8D32-3EF2EAF6D557}" srcOrd="0" destOrd="0" parTransId="{7B9E7B6A-19FB-472D-9053-A81D46101DA6}" sibTransId="{BCEBE0D2-2933-401A-AFFB-668E0923A4D2}"/>
    <dgm:cxn modelId="{5A1B64BD-BDBB-4C54-BD5D-C6C450BF6EE9}" srcId="{1282908A-1C32-45FA-A513-3ED11AABA8FD}" destId="{9FD68E0A-DCDA-469F-A39A-6B2BE58750EB}" srcOrd="2" destOrd="0" parTransId="{88842A38-897C-4555-8ED2-475839B87A98}" sibTransId="{16197E91-0E57-45CE-85C9-6A9F9D75817F}"/>
    <dgm:cxn modelId="{CF3DA6CE-AA76-465D-BF7C-7530EADA8458}" srcId="{FD045FD6-7FE1-4E49-BC2D-2E40AC9B5221}" destId="{D79DF83A-82C1-4628-B364-0E0D867B4747}" srcOrd="4" destOrd="0" parTransId="{EF3D60F1-A181-4368-8B19-BE48E8970DCB}" sibTransId="{0B293555-FA23-480A-ABC2-4C2D8D275686}"/>
    <dgm:cxn modelId="{8E94B2D0-A5AE-4A1F-BA96-4E330A1D1ACF}" srcId="{9FD68E0A-DCDA-469F-A39A-6B2BE58750EB}" destId="{F6C5317D-5045-4616-98A6-B8A56E57A95C}" srcOrd="2" destOrd="0" parTransId="{BE4544DB-2D21-476D-BF14-5B9B29015A1D}" sibTransId="{2FA1D0E5-1DE7-4D8B-872F-85D378D5F5E7}"/>
    <dgm:cxn modelId="{FCC86ED2-27F4-4A2D-9935-25EE8D7A1384}" type="presOf" srcId="{5980ACE8-EFE0-4B1A-89CE-D2D0E06CFECD}" destId="{3EFCDBCE-BF32-487E-9AE2-CF32D3058B34}" srcOrd="0" destOrd="3" presId="urn:microsoft.com/office/officeart/2016/7/layout/VerticalDownArrowProcess"/>
    <dgm:cxn modelId="{9C2748D5-BE0E-4E70-8F6A-05EEFA870BAB}" srcId="{FD045FD6-7FE1-4E49-BC2D-2E40AC9B5221}" destId="{961BE1E9-AF6C-47E0-A5E2-26403C01E16E}" srcOrd="1" destOrd="0" parTransId="{48F790E9-D82D-48A9-BB5F-F839CFF6C7F5}" sibTransId="{FC2B9DC8-5381-468B-8FF6-7BEBF94F9513}"/>
    <dgm:cxn modelId="{CFADB3D8-5A21-46BA-B38D-B4018D313DE3}" type="presOf" srcId="{057A2B07-833C-4610-BF58-2513CBA8C839}" destId="{773D6579-C4C3-494C-9331-D8730F96F7A3}" srcOrd="0" destOrd="3" presId="urn:microsoft.com/office/officeart/2016/7/layout/VerticalDownArrowProcess"/>
    <dgm:cxn modelId="{7D9FDBDC-409D-4B4F-97D7-E8FDA084F2F4}" type="presOf" srcId="{D79DF83A-82C1-4628-B364-0E0D867B4747}" destId="{3EFCDBCE-BF32-487E-9AE2-CF32D3058B34}" srcOrd="0" destOrd="4" presId="urn:microsoft.com/office/officeart/2016/7/layout/VerticalDownArrowProcess"/>
    <dgm:cxn modelId="{ADE8E4DF-9123-48B4-9E9D-E36C57257326}" srcId="{421B755E-8303-4E4D-81AD-80ABF555869F}" destId="{9A4E2FDF-6BC6-47F9-9F27-F32CB34FAB01}" srcOrd="4" destOrd="0" parTransId="{B787F0FC-B917-41B3-A9C0-D3059E02A233}" sibTransId="{6972201A-15D8-42FC-AF55-AAB91ABA4E8C}"/>
    <dgm:cxn modelId="{20D3F6E0-94AE-4FBD-AA1E-53B288A1EB81}" type="presOf" srcId="{63BB629E-C65D-4440-9344-F9A2E6C1B331}" destId="{C9D91E85-9EE9-414E-8944-62D4CF159566}" srcOrd="0" destOrd="3" presId="urn:microsoft.com/office/officeart/2016/7/layout/VerticalDownArrowProcess"/>
    <dgm:cxn modelId="{4FAFF1E1-26F1-493C-A024-85DCAAD0B4EB}" type="presOf" srcId="{276B8CC1-5B41-4D66-A200-91D50FCE68FC}" destId="{3EFCDBCE-BF32-487E-9AE2-CF32D3058B34}" srcOrd="0" destOrd="2" presId="urn:microsoft.com/office/officeart/2016/7/layout/VerticalDownArrowProcess"/>
    <dgm:cxn modelId="{2F68EBEE-A1B7-40DD-A2D3-8317D915F5D4}" srcId="{1282908A-1C32-45FA-A513-3ED11AABA8FD}" destId="{421B755E-8303-4E4D-81AD-80ABF555869F}" srcOrd="1" destOrd="0" parTransId="{9B0DC825-4BC1-4BA7-B7CD-EE96ECF3DFB2}" sibTransId="{BC1AFCFD-F4B3-42F1-A788-429988CAC3D5}"/>
    <dgm:cxn modelId="{2D79EFEF-FBF3-4777-9451-D90B00E77940}" srcId="{FD045FD6-7FE1-4E49-BC2D-2E40AC9B5221}" destId="{252C0837-4ACB-4314-963E-E5A97AEBAD58}" srcOrd="0" destOrd="0" parTransId="{CA94B77A-C697-4E47-8537-560825F2295C}" sibTransId="{0C1C000E-BA74-4EEB-8514-3AC3390A8BF9}"/>
    <dgm:cxn modelId="{6E48C5F2-8A0A-4C1E-9686-839819194DAE}" type="presOf" srcId="{1282908A-1C32-45FA-A513-3ED11AABA8FD}" destId="{5C6E6479-9CD1-4BA6-903A-59693B1D7ECC}" srcOrd="0" destOrd="0" presId="urn:microsoft.com/office/officeart/2016/7/layout/VerticalDownArrowProcess"/>
    <dgm:cxn modelId="{636DA3C2-778B-4881-AF6D-2467A924C276}" type="presParOf" srcId="{5C6E6479-9CD1-4BA6-903A-59693B1D7ECC}" destId="{AE041439-CFF9-4247-814D-E5B56A09703A}" srcOrd="0" destOrd="0" presId="urn:microsoft.com/office/officeart/2016/7/layout/VerticalDownArrowProcess"/>
    <dgm:cxn modelId="{20A091BB-A431-4AC5-863C-FD06C52E4A1C}" type="presParOf" srcId="{AE041439-CFF9-4247-814D-E5B56A09703A}" destId="{5F72ACFC-BFC7-49AE-8467-FF87FCA81DE4}" srcOrd="0" destOrd="0" presId="urn:microsoft.com/office/officeart/2016/7/layout/VerticalDownArrowProcess"/>
    <dgm:cxn modelId="{B32350C4-3C7E-4200-B325-7A609CE3E68B}" type="presParOf" srcId="{AE041439-CFF9-4247-814D-E5B56A09703A}" destId="{773D6579-C4C3-494C-9331-D8730F96F7A3}" srcOrd="1" destOrd="0" presId="urn:microsoft.com/office/officeart/2016/7/layout/VerticalDownArrowProcess"/>
    <dgm:cxn modelId="{8ECC5FFF-0190-4D96-8A67-176C6F1271A9}" type="presParOf" srcId="{5C6E6479-9CD1-4BA6-903A-59693B1D7ECC}" destId="{D147D3F3-1865-426A-B7A7-E5F1C242C14B}" srcOrd="1" destOrd="0" presId="urn:microsoft.com/office/officeart/2016/7/layout/VerticalDownArrowProcess"/>
    <dgm:cxn modelId="{4DE2CE12-03C8-4587-811C-5BDA0E835B51}" type="presParOf" srcId="{5C6E6479-9CD1-4BA6-903A-59693B1D7ECC}" destId="{C0F47C58-260E-4992-A1C5-5EAF44FC80C0}" srcOrd="2" destOrd="0" presId="urn:microsoft.com/office/officeart/2016/7/layout/VerticalDownArrowProcess"/>
    <dgm:cxn modelId="{CEC7E411-54EC-4B8D-AA10-4A202D3D05DE}" type="presParOf" srcId="{C0F47C58-260E-4992-A1C5-5EAF44FC80C0}" destId="{4642BEA0-03B3-416A-87F7-25B7972C590A}" srcOrd="0" destOrd="0" presId="urn:microsoft.com/office/officeart/2016/7/layout/VerticalDownArrowProcess"/>
    <dgm:cxn modelId="{CB51AFDD-63B5-4436-8136-260F2080B13E}" type="presParOf" srcId="{C0F47C58-260E-4992-A1C5-5EAF44FC80C0}" destId="{6FCF0B65-C48A-46E4-B03C-7EC0A2716A6A}" srcOrd="1" destOrd="0" presId="urn:microsoft.com/office/officeart/2016/7/layout/VerticalDownArrowProcess"/>
    <dgm:cxn modelId="{23E5FFAD-07C1-4EAD-A549-3DCC7FD05849}" type="presParOf" srcId="{C0F47C58-260E-4992-A1C5-5EAF44FC80C0}" destId="{C9D91E85-9EE9-414E-8944-62D4CF159566}" srcOrd="2" destOrd="0" presId="urn:microsoft.com/office/officeart/2016/7/layout/VerticalDownArrowProcess"/>
    <dgm:cxn modelId="{5744CD93-60B0-403E-97E9-B7E8A3E9C36F}" type="presParOf" srcId="{5C6E6479-9CD1-4BA6-903A-59693B1D7ECC}" destId="{B70DCE26-F512-485C-9822-0CE925EDF8A7}" srcOrd="3" destOrd="0" presId="urn:microsoft.com/office/officeart/2016/7/layout/VerticalDownArrowProcess"/>
    <dgm:cxn modelId="{2D1EEE72-C6AB-49F1-B1E2-DBEB28303C81}" type="presParOf" srcId="{5C6E6479-9CD1-4BA6-903A-59693B1D7ECC}" destId="{E9477D8B-F8CC-4A38-AA83-F0D5FADE5C23}" srcOrd="4" destOrd="0" presId="urn:microsoft.com/office/officeart/2016/7/layout/VerticalDownArrowProcess"/>
    <dgm:cxn modelId="{80C3418B-F7A5-40D0-8977-15634062A8CD}" type="presParOf" srcId="{E9477D8B-F8CC-4A38-AA83-F0D5FADE5C23}" destId="{A8B32517-53D9-466D-BF48-6DBBA4499782}" srcOrd="0" destOrd="0" presId="urn:microsoft.com/office/officeart/2016/7/layout/VerticalDownArrowProcess"/>
    <dgm:cxn modelId="{444510A0-B869-4A37-8CA7-A57BCB9DCA02}" type="presParOf" srcId="{E9477D8B-F8CC-4A38-AA83-F0D5FADE5C23}" destId="{DC3AAED9-5C23-4B6F-95BC-51C5F36832BB}" srcOrd="1" destOrd="0" presId="urn:microsoft.com/office/officeart/2016/7/layout/VerticalDownArrowProcess"/>
    <dgm:cxn modelId="{E3B4136E-2283-40E0-BD79-BDC0258E1C13}" type="presParOf" srcId="{E9477D8B-F8CC-4A38-AA83-F0D5FADE5C23}" destId="{3EFCDBCE-BF32-487E-9AE2-CF32D3058B34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5FD9AF7-EB3C-4801-9733-7645BBB97AA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65CCD9-2863-49D9-8A6C-371370474D05}">
      <dgm:prSet/>
      <dgm:spPr/>
      <dgm:t>
        <a:bodyPr/>
        <a:lstStyle/>
        <a:p>
          <a:r>
            <a:rPr lang="en-US"/>
            <a:t>A </a:t>
          </a:r>
          <a:r>
            <a:rPr lang="en-US" b="1"/>
            <a:t>generator is defined by </a:t>
          </a:r>
          <a:endParaRPr lang="en-US"/>
        </a:p>
      </dgm:t>
    </dgm:pt>
    <dgm:pt modelId="{54D37A92-8631-45FF-B87D-1F7B133DD157}" type="parTrans" cxnId="{09EDDCE8-563A-4B95-A521-71F135519A9F}">
      <dgm:prSet/>
      <dgm:spPr/>
      <dgm:t>
        <a:bodyPr/>
        <a:lstStyle/>
        <a:p>
          <a:endParaRPr lang="en-US"/>
        </a:p>
      </dgm:t>
    </dgm:pt>
    <dgm:pt modelId="{81869BD4-2DBA-4888-8379-D3D664967C6F}" type="sibTrans" cxnId="{09EDDCE8-563A-4B95-A521-71F135519A9F}">
      <dgm:prSet/>
      <dgm:spPr/>
      <dgm:t>
        <a:bodyPr/>
        <a:lstStyle/>
        <a:p>
          <a:endParaRPr lang="en-US"/>
        </a:p>
      </dgm:t>
    </dgm:pt>
    <dgm:pt modelId="{EF3C94D3-FA54-449F-B7B2-829401D0478A}">
      <dgm:prSet/>
      <dgm:spPr/>
      <dgm:t>
        <a:bodyPr/>
        <a:lstStyle/>
        <a:p>
          <a:r>
            <a:rPr lang="en-US" b="1" dirty="0"/>
            <a:t>Input generator ID:</a:t>
          </a:r>
          <a:r>
            <a:rPr lang="en-US" dirty="0"/>
            <a:t> Input generator id provided, input feed</a:t>
          </a:r>
        </a:p>
      </dgm:t>
    </dgm:pt>
    <dgm:pt modelId="{355A4AF3-94A5-4C8A-B24F-1815E51DA3E5}" type="parTrans" cxnId="{AC3ADE83-9177-4394-BC74-B8761A614C0C}">
      <dgm:prSet/>
      <dgm:spPr/>
      <dgm:t>
        <a:bodyPr/>
        <a:lstStyle/>
        <a:p>
          <a:endParaRPr lang="en-US"/>
        </a:p>
      </dgm:t>
    </dgm:pt>
    <dgm:pt modelId="{AA90C57E-AF91-4B8F-B04A-2F920DA03621}" type="sibTrans" cxnId="{AC3ADE83-9177-4394-BC74-B8761A614C0C}">
      <dgm:prSet/>
      <dgm:spPr/>
      <dgm:t>
        <a:bodyPr/>
        <a:lstStyle/>
        <a:p>
          <a:endParaRPr lang="en-US"/>
        </a:p>
      </dgm:t>
    </dgm:pt>
    <dgm:pt modelId="{37594409-FF18-4266-B572-DDAFD8BFD5FB}">
      <dgm:prSet/>
      <dgm:spPr/>
      <dgm:t>
        <a:bodyPr/>
        <a:lstStyle/>
        <a:p>
          <a:r>
            <a:rPr lang="en-US" b="1" dirty="0"/>
            <a:t>Transformer ID: </a:t>
          </a:r>
          <a:r>
            <a:rPr lang="en-US" dirty="0"/>
            <a:t>Transform id, provided transformation logic</a:t>
          </a:r>
        </a:p>
      </dgm:t>
    </dgm:pt>
    <dgm:pt modelId="{86950197-EEF3-43E5-9941-9BAF3ABF7C1E}" type="parTrans" cxnId="{E19362FA-EAB2-4566-8CC4-FAF9DF38FA73}">
      <dgm:prSet/>
      <dgm:spPr/>
      <dgm:t>
        <a:bodyPr/>
        <a:lstStyle/>
        <a:p>
          <a:endParaRPr lang="en-US"/>
        </a:p>
      </dgm:t>
    </dgm:pt>
    <dgm:pt modelId="{876AB086-4565-46E1-86D8-0FBEA0E1491A}" type="sibTrans" cxnId="{E19362FA-EAB2-4566-8CC4-FAF9DF38FA73}">
      <dgm:prSet/>
      <dgm:spPr/>
      <dgm:t>
        <a:bodyPr/>
        <a:lstStyle/>
        <a:p>
          <a:endParaRPr lang="en-US"/>
        </a:p>
      </dgm:t>
    </dgm:pt>
    <dgm:pt modelId="{6B3D1904-6427-4EA5-A7F5-FFC20F112961}">
      <dgm:prSet/>
      <dgm:spPr/>
      <dgm:t>
        <a:bodyPr/>
        <a:lstStyle/>
        <a:p>
          <a:r>
            <a:rPr lang="en-US" b="1" dirty="0"/>
            <a:t>Configuration: </a:t>
          </a:r>
          <a:r>
            <a:rPr lang="en-US" dirty="0"/>
            <a:t>parameters for the transformer and generator interface specification (expected  and produced document fields)</a:t>
          </a:r>
        </a:p>
      </dgm:t>
    </dgm:pt>
    <dgm:pt modelId="{055592A5-0958-4E8C-AD02-C8927735A7A1}" type="parTrans" cxnId="{AD81CA2D-A05C-4262-8BE1-CBB3156C86D1}">
      <dgm:prSet/>
      <dgm:spPr/>
      <dgm:t>
        <a:bodyPr/>
        <a:lstStyle/>
        <a:p>
          <a:endParaRPr lang="en-US"/>
        </a:p>
      </dgm:t>
    </dgm:pt>
    <dgm:pt modelId="{402E8752-C2EC-405A-BBF1-71781FCA49D2}" type="sibTrans" cxnId="{AD81CA2D-A05C-4262-8BE1-CBB3156C86D1}">
      <dgm:prSet/>
      <dgm:spPr/>
      <dgm:t>
        <a:bodyPr/>
        <a:lstStyle/>
        <a:p>
          <a:endParaRPr lang="en-US"/>
        </a:p>
      </dgm:t>
    </dgm:pt>
    <dgm:pt modelId="{434CC4A8-E527-4E14-ABA3-074542A92066}">
      <dgm:prSet/>
      <dgm:spPr/>
      <dgm:t>
        <a:bodyPr/>
        <a:lstStyle/>
        <a:p>
          <a:r>
            <a:rPr lang="en-US" b="1" dirty="0"/>
            <a:t>Output feed ID</a:t>
          </a:r>
          <a:r>
            <a:rPr lang="en-US" dirty="0"/>
            <a:t>: each generator has associated fixed output feed id</a:t>
          </a:r>
        </a:p>
      </dgm:t>
    </dgm:pt>
    <dgm:pt modelId="{7DBF6B0A-A060-4264-928F-DDA9AC42E6D0}" type="parTrans" cxnId="{A3D4838C-6445-4CB9-B36C-64C23A03A2C0}">
      <dgm:prSet/>
      <dgm:spPr/>
      <dgm:t>
        <a:bodyPr/>
        <a:lstStyle/>
        <a:p>
          <a:endParaRPr lang="en-US"/>
        </a:p>
      </dgm:t>
    </dgm:pt>
    <dgm:pt modelId="{7EE4A50B-A2BF-4EF9-A899-B7843FD34C1C}" type="sibTrans" cxnId="{A3D4838C-6445-4CB9-B36C-64C23A03A2C0}">
      <dgm:prSet/>
      <dgm:spPr/>
      <dgm:t>
        <a:bodyPr/>
        <a:lstStyle/>
        <a:p>
          <a:endParaRPr lang="en-US"/>
        </a:p>
      </dgm:t>
    </dgm:pt>
    <dgm:pt modelId="{F87BC111-7653-4BAF-ACAF-5E7DF3379C24}">
      <dgm:prSet/>
      <dgm:spPr/>
      <dgm:t>
        <a:bodyPr/>
        <a:lstStyle/>
        <a:p>
          <a:r>
            <a:rPr lang="en-US" b="1"/>
            <a:t>A transformer is defined by</a:t>
          </a:r>
          <a:endParaRPr lang="en-US"/>
        </a:p>
      </dgm:t>
    </dgm:pt>
    <dgm:pt modelId="{D6CD4798-6355-4C4C-B191-7664FC188AFA}" type="parTrans" cxnId="{2A4D85EC-0B38-43A6-86D4-6FC95CA5861A}">
      <dgm:prSet/>
      <dgm:spPr/>
      <dgm:t>
        <a:bodyPr/>
        <a:lstStyle/>
        <a:p>
          <a:endParaRPr lang="en-US"/>
        </a:p>
      </dgm:t>
    </dgm:pt>
    <dgm:pt modelId="{5179BD88-715D-4000-90A9-B096C96AA133}" type="sibTrans" cxnId="{2A4D85EC-0B38-43A6-86D4-6FC95CA5861A}">
      <dgm:prSet/>
      <dgm:spPr/>
      <dgm:t>
        <a:bodyPr/>
        <a:lstStyle/>
        <a:p>
          <a:endParaRPr lang="en-US"/>
        </a:p>
      </dgm:t>
    </dgm:pt>
    <dgm:pt modelId="{BF439B71-1528-4FBC-92A0-082ABDE17585}">
      <dgm:prSet/>
      <dgm:spPr/>
      <dgm:t>
        <a:bodyPr/>
        <a:lstStyle/>
        <a:p>
          <a:r>
            <a:rPr lang="en-US" b="1" dirty="0"/>
            <a:t>Chain: </a:t>
          </a:r>
          <a:r>
            <a:rPr lang="en-US" dirty="0"/>
            <a:t>List of children transform IDs (empty for atomic)</a:t>
          </a:r>
        </a:p>
      </dgm:t>
    </dgm:pt>
    <dgm:pt modelId="{6FB8B079-0C02-4CF0-B2D7-6CE205697B48}" type="parTrans" cxnId="{F80E9E0F-B3B8-4136-BE0B-67273B28328F}">
      <dgm:prSet/>
      <dgm:spPr/>
      <dgm:t>
        <a:bodyPr/>
        <a:lstStyle/>
        <a:p>
          <a:endParaRPr lang="en-US"/>
        </a:p>
      </dgm:t>
    </dgm:pt>
    <dgm:pt modelId="{D1764F43-E8DE-48D2-BF73-2BA5DCC4D3F0}" type="sibTrans" cxnId="{F80E9E0F-B3B8-4136-BE0B-67273B28328F}">
      <dgm:prSet/>
      <dgm:spPr/>
      <dgm:t>
        <a:bodyPr/>
        <a:lstStyle/>
        <a:p>
          <a:endParaRPr lang="en-US"/>
        </a:p>
      </dgm:t>
    </dgm:pt>
    <dgm:pt modelId="{522EA2EA-DBEC-4C4E-831B-BD0B23002D00}">
      <dgm:prSet/>
      <dgm:spPr/>
      <dgm:t>
        <a:bodyPr/>
        <a:lstStyle/>
        <a:p>
          <a:r>
            <a:rPr lang="en-US" b="1" dirty="0"/>
            <a:t>Configuration: </a:t>
          </a:r>
          <a:r>
            <a:rPr lang="en-US" dirty="0"/>
            <a:t> contains configuration needed for calling each chain transformer and interface e of the transformer (expected in/out fields)</a:t>
          </a:r>
        </a:p>
      </dgm:t>
    </dgm:pt>
    <dgm:pt modelId="{80EF53E9-AF88-482B-80C3-6E51ED335449}" type="parTrans" cxnId="{FE16016E-D81F-4435-9968-BEF7127022B4}">
      <dgm:prSet/>
      <dgm:spPr/>
      <dgm:t>
        <a:bodyPr/>
        <a:lstStyle/>
        <a:p>
          <a:endParaRPr lang="en-US"/>
        </a:p>
      </dgm:t>
    </dgm:pt>
    <dgm:pt modelId="{3E030ACA-0942-4AB8-B0E7-BFDFC03CA659}" type="sibTrans" cxnId="{FE16016E-D81F-4435-9968-BEF7127022B4}">
      <dgm:prSet/>
      <dgm:spPr/>
      <dgm:t>
        <a:bodyPr/>
        <a:lstStyle/>
        <a:p>
          <a:endParaRPr lang="en-US"/>
        </a:p>
      </dgm:t>
    </dgm:pt>
    <dgm:pt modelId="{9FD49F5F-CCD3-4D88-97AD-22886DB9B2A3}" type="pres">
      <dgm:prSet presAssocID="{65FD9AF7-EB3C-4801-9733-7645BBB97AA4}" presName="linear" presStyleCnt="0">
        <dgm:presLayoutVars>
          <dgm:dir/>
          <dgm:animLvl val="lvl"/>
          <dgm:resizeHandles val="exact"/>
        </dgm:presLayoutVars>
      </dgm:prSet>
      <dgm:spPr/>
    </dgm:pt>
    <dgm:pt modelId="{EC024719-A00C-41E8-8728-61B57A534BEE}" type="pres">
      <dgm:prSet presAssocID="{4565CCD9-2863-49D9-8A6C-371370474D05}" presName="parentLin" presStyleCnt="0"/>
      <dgm:spPr/>
    </dgm:pt>
    <dgm:pt modelId="{385D75C9-8E08-4E23-8D98-249F093902C5}" type="pres">
      <dgm:prSet presAssocID="{4565CCD9-2863-49D9-8A6C-371370474D05}" presName="parentLeftMargin" presStyleLbl="node1" presStyleIdx="0" presStyleCnt="2"/>
      <dgm:spPr/>
    </dgm:pt>
    <dgm:pt modelId="{10B98BAF-CA83-47C4-AA10-0ABC1731B056}" type="pres">
      <dgm:prSet presAssocID="{4565CCD9-2863-49D9-8A6C-371370474D0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1D21E7B-55FD-4908-BCC3-4D5EA14A149B}" type="pres">
      <dgm:prSet presAssocID="{4565CCD9-2863-49D9-8A6C-371370474D05}" presName="negativeSpace" presStyleCnt="0"/>
      <dgm:spPr/>
    </dgm:pt>
    <dgm:pt modelId="{A36DD9F4-8A4F-44E3-8A82-DBCFCC2CD2FF}" type="pres">
      <dgm:prSet presAssocID="{4565CCD9-2863-49D9-8A6C-371370474D05}" presName="childText" presStyleLbl="conFgAcc1" presStyleIdx="0" presStyleCnt="2">
        <dgm:presLayoutVars>
          <dgm:bulletEnabled val="1"/>
        </dgm:presLayoutVars>
      </dgm:prSet>
      <dgm:spPr/>
    </dgm:pt>
    <dgm:pt modelId="{7200D857-70BE-41E7-AAA4-308634BE2272}" type="pres">
      <dgm:prSet presAssocID="{81869BD4-2DBA-4888-8379-D3D664967C6F}" presName="spaceBetweenRectangles" presStyleCnt="0"/>
      <dgm:spPr/>
    </dgm:pt>
    <dgm:pt modelId="{F43F7280-817D-46ED-B148-5C1784DCE685}" type="pres">
      <dgm:prSet presAssocID="{F87BC111-7653-4BAF-ACAF-5E7DF3379C24}" presName="parentLin" presStyleCnt="0"/>
      <dgm:spPr/>
    </dgm:pt>
    <dgm:pt modelId="{673720AF-7B65-4BA6-97B3-41B032BFBA4B}" type="pres">
      <dgm:prSet presAssocID="{F87BC111-7653-4BAF-ACAF-5E7DF3379C24}" presName="parentLeftMargin" presStyleLbl="node1" presStyleIdx="0" presStyleCnt="2"/>
      <dgm:spPr/>
    </dgm:pt>
    <dgm:pt modelId="{706DCA35-6A36-4DD5-8650-F83CC7670401}" type="pres">
      <dgm:prSet presAssocID="{F87BC111-7653-4BAF-ACAF-5E7DF3379C2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2F1BAEB-0155-4426-B505-0C24FED6A523}" type="pres">
      <dgm:prSet presAssocID="{F87BC111-7653-4BAF-ACAF-5E7DF3379C24}" presName="negativeSpace" presStyleCnt="0"/>
      <dgm:spPr/>
    </dgm:pt>
    <dgm:pt modelId="{58F8E4B6-E15A-466F-90AB-98CC8282D3D4}" type="pres">
      <dgm:prSet presAssocID="{F87BC111-7653-4BAF-ACAF-5E7DF3379C2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80E9E0F-B3B8-4136-BE0B-67273B28328F}" srcId="{F87BC111-7653-4BAF-ACAF-5E7DF3379C24}" destId="{BF439B71-1528-4FBC-92A0-082ABDE17585}" srcOrd="0" destOrd="0" parTransId="{6FB8B079-0C02-4CF0-B2D7-6CE205697B48}" sibTransId="{D1764F43-E8DE-48D2-BF73-2BA5DCC4D3F0}"/>
    <dgm:cxn modelId="{AD81CA2D-A05C-4262-8BE1-CBB3156C86D1}" srcId="{4565CCD9-2863-49D9-8A6C-371370474D05}" destId="{6B3D1904-6427-4EA5-A7F5-FFC20F112961}" srcOrd="2" destOrd="0" parTransId="{055592A5-0958-4E8C-AD02-C8927735A7A1}" sibTransId="{402E8752-C2EC-405A-BBF1-71781FCA49D2}"/>
    <dgm:cxn modelId="{B1B4105F-7F1C-4ED8-BBBD-F34E9DA3244B}" type="presOf" srcId="{F87BC111-7653-4BAF-ACAF-5E7DF3379C24}" destId="{673720AF-7B65-4BA6-97B3-41B032BFBA4B}" srcOrd="0" destOrd="0" presId="urn:microsoft.com/office/officeart/2005/8/layout/list1"/>
    <dgm:cxn modelId="{4E885462-C287-4C99-8A6D-A359584378C2}" type="presOf" srcId="{65FD9AF7-EB3C-4801-9733-7645BBB97AA4}" destId="{9FD49F5F-CCD3-4D88-97AD-22886DB9B2A3}" srcOrd="0" destOrd="0" presId="urn:microsoft.com/office/officeart/2005/8/layout/list1"/>
    <dgm:cxn modelId="{FE16016E-D81F-4435-9968-BEF7127022B4}" srcId="{F87BC111-7653-4BAF-ACAF-5E7DF3379C24}" destId="{522EA2EA-DBEC-4C4E-831B-BD0B23002D00}" srcOrd="1" destOrd="0" parTransId="{80EF53E9-AF88-482B-80C3-6E51ED335449}" sibTransId="{3E030ACA-0942-4AB8-B0E7-BFDFC03CA659}"/>
    <dgm:cxn modelId="{5F00036F-D49F-4E64-99D3-082328530101}" type="presOf" srcId="{4565CCD9-2863-49D9-8A6C-371370474D05}" destId="{385D75C9-8E08-4E23-8D98-249F093902C5}" srcOrd="0" destOrd="0" presId="urn:microsoft.com/office/officeart/2005/8/layout/list1"/>
    <dgm:cxn modelId="{BCB34B52-A802-4850-9EFF-FE4C79C40AD2}" type="presOf" srcId="{6B3D1904-6427-4EA5-A7F5-FFC20F112961}" destId="{A36DD9F4-8A4F-44E3-8A82-DBCFCC2CD2FF}" srcOrd="0" destOrd="2" presId="urn:microsoft.com/office/officeart/2005/8/layout/list1"/>
    <dgm:cxn modelId="{79EEAD52-059C-4D60-8ED7-C8D8CABEBEF7}" type="presOf" srcId="{37594409-FF18-4266-B572-DDAFD8BFD5FB}" destId="{A36DD9F4-8A4F-44E3-8A82-DBCFCC2CD2FF}" srcOrd="0" destOrd="1" presId="urn:microsoft.com/office/officeart/2005/8/layout/list1"/>
    <dgm:cxn modelId="{39119079-F5AD-461C-BB24-E64BD7CA3A88}" type="presOf" srcId="{4565CCD9-2863-49D9-8A6C-371370474D05}" destId="{10B98BAF-CA83-47C4-AA10-0ABC1731B056}" srcOrd="1" destOrd="0" presId="urn:microsoft.com/office/officeart/2005/8/layout/list1"/>
    <dgm:cxn modelId="{AC3ADE83-9177-4394-BC74-B8761A614C0C}" srcId="{4565CCD9-2863-49D9-8A6C-371370474D05}" destId="{EF3C94D3-FA54-449F-B7B2-829401D0478A}" srcOrd="0" destOrd="0" parTransId="{355A4AF3-94A5-4C8A-B24F-1815E51DA3E5}" sibTransId="{AA90C57E-AF91-4B8F-B04A-2F920DA03621}"/>
    <dgm:cxn modelId="{A3D4838C-6445-4CB9-B36C-64C23A03A2C0}" srcId="{4565CCD9-2863-49D9-8A6C-371370474D05}" destId="{434CC4A8-E527-4E14-ABA3-074542A92066}" srcOrd="3" destOrd="0" parTransId="{7DBF6B0A-A060-4264-928F-DDA9AC42E6D0}" sibTransId="{7EE4A50B-A2BF-4EF9-A899-B7843FD34C1C}"/>
    <dgm:cxn modelId="{1A1C88A4-3696-4432-AB0B-745C8F29AA89}" type="presOf" srcId="{EF3C94D3-FA54-449F-B7B2-829401D0478A}" destId="{A36DD9F4-8A4F-44E3-8A82-DBCFCC2CD2FF}" srcOrd="0" destOrd="0" presId="urn:microsoft.com/office/officeart/2005/8/layout/list1"/>
    <dgm:cxn modelId="{B5D4B0CF-7EA2-449F-8E7F-DE491031D064}" type="presOf" srcId="{522EA2EA-DBEC-4C4E-831B-BD0B23002D00}" destId="{58F8E4B6-E15A-466F-90AB-98CC8282D3D4}" srcOrd="0" destOrd="1" presId="urn:microsoft.com/office/officeart/2005/8/layout/list1"/>
    <dgm:cxn modelId="{4FBAFDDA-B608-49B4-9B92-72B5BE247FED}" type="presOf" srcId="{F87BC111-7653-4BAF-ACAF-5E7DF3379C24}" destId="{706DCA35-6A36-4DD5-8650-F83CC7670401}" srcOrd="1" destOrd="0" presId="urn:microsoft.com/office/officeart/2005/8/layout/list1"/>
    <dgm:cxn modelId="{09EDDCE8-563A-4B95-A521-71F135519A9F}" srcId="{65FD9AF7-EB3C-4801-9733-7645BBB97AA4}" destId="{4565CCD9-2863-49D9-8A6C-371370474D05}" srcOrd="0" destOrd="0" parTransId="{54D37A92-8631-45FF-B87D-1F7B133DD157}" sibTransId="{81869BD4-2DBA-4888-8379-D3D664967C6F}"/>
    <dgm:cxn modelId="{2A4D85EC-0B38-43A6-86D4-6FC95CA5861A}" srcId="{65FD9AF7-EB3C-4801-9733-7645BBB97AA4}" destId="{F87BC111-7653-4BAF-ACAF-5E7DF3379C24}" srcOrd="1" destOrd="0" parTransId="{D6CD4798-6355-4C4C-B191-7664FC188AFA}" sibTransId="{5179BD88-715D-4000-90A9-B096C96AA133}"/>
    <dgm:cxn modelId="{87BCF1F7-9698-4666-94B6-1EFFABD9D951}" type="presOf" srcId="{BF439B71-1528-4FBC-92A0-082ABDE17585}" destId="{58F8E4B6-E15A-466F-90AB-98CC8282D3D4}" srcOrd="0" destOrd="0" presId="urn:microsoft.com/office/officeart/2005/8/layout/list1"/>
    <dgm:cxn modelId="{E19362FA-EAB2-4566-8CC4-FAF9DF38FA73}" srcId="{4565CCD9-2863-49D9-8A6C-371370474D05}" destId="{37594409-FF18-4266-B572-DDAFD8BFD5FB}" srcOrd="1" destOrd="0" parTransId="{86950197-EEF3-43E5-9941-9BAF3ABF7C1E}" sibTransId="{876AB086-4565-46E1-86D8-0FBEA0E1491A}"/>
    <dgm:cxn modelId="{EDED70FC-CE04-4169-8E67-0A767DEB6E0C}" type="presOf" srcId="{434CC4A8-E527-4E14-ABA3-074542A92066}" destId="{A36DD9F4-8A4F-44E3-8A82-DBCFCC2CD2FF}" srcOrd="0" destOrd="3" presId="urn:microsoft.com/office/officeart/2005/8/layout/list1"/>
    <dgm:cxn modelId="{EAD5CD88-3001-4215-9267-CFCF58B75FCE}" type="presParOf" srcId="{9FD49F5F-CCD3-4D88-97AD-22886DB9B2A3}" destId="{EC024719-A00C-41E8-8728-61B57A534BEE}" srcOrd="0" destOrd="0" presId="urn:microsoft.com/office/officeart/2005/8/layout/list1"/>
    <dgm:cxn modelId="{53501AB1-AA67-490E-A89D-FD5033C5CBC9}" type="presParOf" srcId="{EC024719-A00C-41E8-8728-61B57A534BEE}" destId="{385D75C9-8E08-4E23-8D98-249F093902C5}" srcOrd="0" destOrd="0" presId="urn:microsoft.com/office/officeart/2005/8/layout/list1"/>
    <dgm:cxn modelId="{AED23D42-C505-45CB-ABE3-FBC2815423D0}" type="presParOf" srcId="{EC024719-A00C-41E8-8728-61B57A534BEE}" destId="{10B98BAF-CA83-47C4-AA10-0ABC1731B056}" srcOrd="1" destOrd="0" presId="urn:microsoft.com/office/officeart/2005/8/layout/list1"/>
    <dgm:cxn modelId="{47F482F0-8D4A-4B9C-83CB-E65E9095769A}" type="presParOf" srcId="{9FD49F5F-CCD3-4D88-97AD-22886DB9B2A3}" destId="{71D21E7B-55FD-4908-BCC3-4D5EA14A149B}" srcOrd="1" destOrd="0" presId="urn:microsoft.com/office/officeart/2005/8/layout/list1"/>
    <dgm:cxn modelId="{6855BB1C-3FC8-4684-BBF5-DBA1EAF06CAC}" type="presParOf" srcId="{9FD49F5F-CCD3-4D88-97AD-22886DB9B2A3}" destId="{A36DD9F4-8A4F-44E3-8A82-DBCFCC2CD2FF}" srcOrd="2" destOrd="0" presId="urn:microsoft.com/office/officeart/2005/8/layout/list1"/>
    <dgm:cxn modelId="{E7FFC107-DF50-4CC1-AE6C-F1516F021AE1}" type="presParOf" srcId="{9FD49F5F-CCD3-4D88-97AD-22886DB9B2A3}" destId="{7200D857-70BE-41E7-AAA4-308634BE2272}" srcOrd="3" destOrd="0" presId="urn:microsoft.com/office/officeart/2005/8/layout/list1"/>
    <dgm:cxn modelId="{F6FD4974-BB23-4FB3-AA11-610E43340704}" type="presParOf" srcId="{9FD49F5F-CCD3-4D88-97AD-22886DB9B2A3}" destId="{F43F7280-817D-46ED-B148-5C1784DCE685}" srcOrd="4" destOrd="0" presId="urn:microsoft.com/office/officeart/2005/8/layout/list1"/>
    <dgm:cxn modelId="{41869769-393E-4BDF-88A1-14B803DE5377}" type="presParOf" srcId="{F43F7280-817D-46ED-B148-5C1784DCE685}" destId="{673720AF-7B65-4BA6-97B3-41B032BFBA4B}" srcOrd="0" destOrd="0" presId="urn:microsoft.com/office/officeart/2005/8/layout/list1"/>
    <dgm:cxn modelId="{71114B11-FE3B-4700-BDF7-C932EF502F4C}" type="presParOf" srcId="{F43F7280-817D-46ED-B148-5C1784DCE685}" destId="{706DCA35-6A36-4DD5-8650-F83CC7670401}" srcOrd="1" destOrd="0" presId="urn:microsoft.com/office/officeart/2005/8/layout/list1"/>
    <dgm:cxn modelId="{630BE0DB-46A3-4DD6-A89F-D0A481935066}" type="presParOf" srcId="{9FD49F5F-CCD3-4D88-97AD-22886DB9B2A3}" destId="{42F1BAEB-0155-4426-B505-0C24FED6A523}" srcOrd="5" destOrd="0" presId="urn:microsoft.com/office/officeart/2005/8/layout/list1"/>
    <dgm:cxn modelId="{E3B0F990-1A8F-4F25-B6C0-99458502FDDA}" type="presParOf" srcId="{9FD49F5F-CCD3-4D88-97AD-22886DB9B2A3}" destId="{58F8E4B6-E15A-466F-90AB-98CC8282D3D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3923362-E95E-478C-A6D2-24DA73112D2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ED0B270A-CFB8-427D-99F7-E498330E2670}">
      <dgm:prSet/>
      <dgm:spPr/>
      <dgm:t>
        <a:bodyPr/>
        <a:lstStyle/>
        <a:p>
          <a:r>
            <a:rPr lang="en-US" b="1" i="0"/>
            <a:t>Definitions</a:t>
          </a:r>
          <a:endParaRPr lang="en-IL"/>
        </a:p>
      </dgm:t>
    </dgm:pt>
    <dgm:pt modelId="{C7D8AB3D-CBEC-44E3-AEE7-D058B82010C7}" type="parTrans" cxnId="{7C90DCEE-7AD1-4538-B496-F3BD96B9F7F4}">
      <dgm:prSet/>
      <dgm:spPr/>
      <dgm:t>
        <a:bodyPr/>
        <a:lstStyle/>
        <a:p>
          <a:endParaRPr lang="en-IL"/>
        </a:p>
      </dgm:t>
    </dgm:pt>
    <dgm:pt modelId="{EAA20017-14D5-43C0-9BBB-B03F7D38CDE8}" type="sibTrans" cxnId="{7C90DCEE-7AD1-4538-B496-F3BD96B9F7F4}">
      <dgm:prSet/>
      <dgm:spPr/>
      <dgm:t>
        <a:bodyPr/>
        <a:lstStyle/>
        <a:p>
          <a:endParaRPr lang="en-IL"/>
        </a:p>
      </dgm:t>
    </dgm:pt>
    <dgm:pt modelId="{F919E751-7C71-4BEE-9127-E61F553E44D4}">
      <dgm:prSet/>
      <dgm:spPr/>
      <dgm:t>
        <a:bodyPr/>
        <a:lstStyle/>
        <a:p>
          <a:r>
            <a:rPr lang="en-US" b="1" i="0" dirty="0"/>
            <a:t>Fields</a:t>
          </a:r>
          <a:r>
            <a:rPr lang="en-US" b="0" i="0" dirty="0"/>
            <a:t>: expected/required input/output fields</a:t>
          </a:r>
          <a:endParaRPr lang="en-IL" dirty="0"/>
        </a:p>
      </dgm:t>
    </dgm:pt>
    <dgm:pt modelId="{D7386193-05D7-46B7-AD52-91648DCE65CA}" type="parTrans" cxnId="{97D666D1-FA8F-4559-B778-1CA889DF1D45}">
      <dgm:prSet/>
      <dgm:spPr/>
      <dgm:t>
        <a:bodyPr/>
        <a:lstStyle/>
        <a:p>
          <a:endParaRPr lang="en-IL"/>
        </a:p>
      </dgm:t>
    </dgm:pt>
    <dgm:pt modelId="{4E9DBF59-F6C3-482F-9A84-B90A7BAE818F}" type="sibTrans" cxnId="{97D666D1-FA8F-4559-B778-1CA889DF1D45}">
      <dgm:prSet/>
      <dgm:spPr/>
      <dgm:t>
        <a:bodyPr/>
        <a:lstStyle/>
        <a:p>
          <a:endParaRPr lang="en-IL"/>
        </a:p>
      </dgm:t>
    </dgm:pt>
    <dgm:pt modelId="{6AB28754-1C64-4507-A45F-628BCBF250F7}">
      <dgm:prSet/>
      <dgm:spPr/>
      <dgm:t>
        <a:bodyPr/>
        <a:lstStyle/>
        <a:p>
          <a:r>
            <a:rPr lang="en-US" b="1" i="0" dirty="0"/>
            <a:t>Parameters</a:t>
          </a:r>
          <a:r>
            <a:rPr lang="en-US" b="0" i="0" dirty="0"/>
            <a:t>: control various aspects of content generation</a:t>
          </a:r>
          <a:endParaRPr lang="en-IL" dirty="0"/>
        </a:p>
      </dgm:t>
    </dgm:pt>
    <dgm:pt modelId="{423A9C9E-1968-40FE-92DB-9D3844ECCBA4}" type="parTrans" cxnId="{DE5AEC7E-FAFE-46D7-8152-3BD74225DF40}">
      <dgm:prSet/>
      <dgm:spPr/>
      <dgm:t>
        <a:bodyPr/>
        <a:lstStyle/>
        <a:p>
          <a:endParaRPr lang="en-IL"/>
        </a:p>
      </dgm:t>
    </dgm:pt>
    <dgm:pt modelId="{F55D807A-1883-4895-8382-019345F79C0C}" type="sibTrans" cxnId="{DE5AEC7E-FAFE-46D7-8152-3BD74225DF40}">
      <dgm:prSet/>
      <dgm:spPr/>
      <dgm:t>
        <a:bodyPr/>
        <a:lstStyle/>
        <a:p>
          <a:endParaRPr lang="en-IL"/>
        </a:p>
      </dgm:t>
    </dgm:pt>
    <dgm:pt modelId="{E7A5D0BD-4CB4-4099-8DA1-460F8402323F}">
      <dgm:prSet/>
      <dgm:spPr/>
      <dgm:t>
        <a:bodyPr/>
        <a:lstStyle/>
        <a:p>
          <a:r>
            <a:rPr lang="en-US" b="1" i="0" dirty="0"/>
            <a:t>Variables</a:t>
          </a:r>
          <a:r>
            <a:rPr lang="en-US" b="0" i="0" dirty="0"/>
            <a:t>: represent both </a:t>
          </a:r>
          <a:r>
            <a:rPr lang="en-US" b="1" i="0" dirty="0"/>
            <a:t>parameters</a:t>
          </a:r>
          <a:r>
            <a:rPr lang="en-US" b="0" i="0" dirty="0"/>
            <a:t> and </a:t>
          </a:r>
          <a:r>
            <a:rPr lang="en-US" b="1" i="0" dirty="0"/>
            <a:t>fields</a:t>
          </a:r>
          <a:r>
            <a:rPr lang="en-US" b="0" i="0" dirty="0"/>
            <a:t> that r naming convention “</a:t>
          </a:r>
          <a:r>
            <a:rPr lang="en-US" b="0" i="0" dirty="0" err="1"/>
            <a:t>var.language</a:t>
          </a:r>
          <a:r>
            <a:rPr lang="en-US" b="0" i="0" dirty="0"/>
            <a:t>”, “in.content”,”</a:t>
          </a:r>
          <a:r>
            <a:rPr lang="en-US" b="0" i="0" dirty="0" err="1"/>
            <a:t>out.title</a:t>
          </a:r>
          <a:r>
            <a:rPr lang="en-US" b="0" i="0" dirty="0"/>
            <a:t>”</a:t>
          </a:r>
          <a:endParaRPr lang="en-IL" dirty="0"/>
        </a:p>
      </dgm:t>
    </dgm:pt>
    <dgm:pt modelId="{AEA8E955-8CE5-40A7-A642-0F033B223B9F}" type="parTrans" cxnId="{BF79B8D2-4A81-40B8-BB37-7F7A23E8504B}">
      <dgm:prSet/>
      <dgm:spPr/>
      <dgm:t>
        <a:bodyPr/>
        <a:lstStyle/>
        <a:p>
          <a:endParaRPr lang="en-IL"/>
        </a:p>
      </dgm:t>
    </dgm:pt>
    <dgm:pt modelId="{D0EF281C-BFDF-40F0-A896-81E681A7C8CB}" type="sibTrans" cxnId="{BF79B8D2-4A81-40B8-BB37-7F7A23E8504B}">
      <dgm:prSet/>
      <dgm:spPr/>
      <dgm:t>
        <a:bodyPr/>
        <a:lstStyle/>
        <a:p>
          <a:endParaRPr lang="en-IL"/>
        </a:p>
      </dgm:t>
    </dgm:pt>
    <dgm:pt modelId="{60EDAE7A-6907-41BE-A863-8DEC38FD1936}">
      <dgm:prSet/>
      <dgm:spPr/>
      <dgm:t>
        <a:bodyPr/>
        <a:lstStyle/>
        <a:p>
          <a:r>
            <a:rPr lang="en-US" b="1" i="0" dirty="0"/>
            <a:t>Values</a:t>
          </a:r>
          <a:r>
            <a:rPr lang="en-US" b="0" i="0" dirty="0"/>
            <a:t>: static or template (include references to other variables) values that represents </a:t>
          </a:r>
          <a:r>
            <a:rPr lang="en-US" b="1" i="0" dirty="0"/>
            <a:t>default values </a:t>
          </a:r>
          <a:r>
            <a:rPr lang="en-US" b="0" i="0" dirty="0"/>
            <a:t>or </a:t>
          </a:r>
          <a:r>
            <a:rPr lang="en-US" b="1" i="0" dirty="0"/>
            <a:t>configured values</a:t>
          </a:r>
          <a:endParaRPr lang="en-IL" dirty="0"/>
        </a:p>
      </dgm:t>
    </dgm:pt>
    <dgm:pt modelId="{386C940A-6989-468D-BCA6-FBFFB2BC40C7}" type="parTrans" cxnId="{A52093D7-0313-42D6-B85F-39726D0AFF91}">
      <dgm:prSet/>
      <dgm:spPr/>
      <dgm:t>
        <a:bodyPr/>
        <a:lstStyle/>
        <a:p>
          <a:endParaRPr lang="en-IL"/>
        </a:p>
      </dgm:t>
    </dgm:pt>
    <dgm:pt modelId="{D04B2527-BE93-49BD-9510-EBFB70D934A4}" type="sibTrans" cxnId="{A52093D7-0313-42D6-B85F-39726D0AFF91}">
      <dgm:prSet/>
      <dgm:spPr/>
      <dgm:t>
        <a:bodyPr/>
        <a:lstStyle/>
        <a:p>
          <a:endParaRPr lang="en-IL"/>
        </a:p>
      </dgm:t>
    </dgm:pt>
    <dgm:pt modelId="{DB0C6044-5DF2-415B-BE98-18A885F9219B}">
      <dgm:prSet/>
      <dgm:spPr/>
      <dgm:t>
        <a:bodyPr/>
        <a:lstStyle/>
        <a:p>
          <a:r>
            <a:rPr lang="en-US" b="1" i="0" dirty="0"/>
            <a:t>JSON List: </a:t>
          </a:r>
          <a:r>
            <a:rPr lang="en-US" b="0" i="0" dirty="0"/>
            <a:t>JSON-compatible list representation {‘0’:xxx, ‘1’:xxx}. Referred as a “j-list” for brevity</a:t>
          </a:r>
          <a:endParaRPr lang="en-IL" dirty="0"/>
        </a:p>
      </dgm:t>
    </dgm:pt>
    <dgm:pt modelId="{4A495344-13B3-4664-9749-75CE6629A07E}" type="parTrans" cxnId="{DF4AB536-B556-44F2-87D1-9F1998D416C6}">
      <dgm:prSet/>
      <dgm:spPr/>
      <dgm:t>
        <a:bodyPr/>
        <a:lstStyle/>
        <a:p>
          <a:endParaRPr lang="en-IL"/>
        </a:p>
      </dgm:t>
    </dgm:pt>
    <dgm:pt modelId="{A3CFD860-CAB0-4934-B47D-CABD6E88E6AA}" type="sibTrans" cxnId="{DF4AB536-B556-44F2-87D1-9F1998D416C6}">
      <dgm:prSet/>
      <dgm:spPr/>
      <dgm:t>
        <a:bodyPr/>
        <a:lstStyle/>
        <a:p>
          <a:endParaRPr lang="en-IL"/>
        </a:p>
      </dgm:t>
    </dgm:pt>
    <dgm:pt modelId="{D679A755-AEDF-4A3C-BB63-5FC37DF3696A}">
      <dgm:prSet/>
      <dgm:spPr/>
      <dgm:t>
        <a:bodyPr/>
        <a:lstStyle/>
        <a:p>
          <a:r>
            <a:rPr lang="en-US" b="1" i="0"/>
            <a:t>CDF</a:t>
          </a:r>
          <a:r>
            <a:rPr lang="en-US" b="0" i="0"/>
            <a:t>: Configuration dictionary format</a:t>
          </a:r>
          <a:endParaRPr lang="en-IL"/>
        </a:p>
      </dgm:t>
    </dgm:pt>
    <dgm:pt modelId="{F218F9E9-CC3D-49AB-9586-AEE7F714285E}" type="parTrans" cxnId="{7E3896DD-5CCE-44D8-A602-A938119B63C3}">
      <dgm:prSet/>
      <dgm:spPr/>
      <dgm:t>
        <a:bodyPr/>
        <a:lstStyle/>
        <a:p>
          <a:endParaRPr lang="en-IL"/>
        </a:p>
      </dgm:t>
    </dgm:pt>
    <dgm:pt modelId="{386D2455-A469-4B81-BC71-0DE8DADCA360}" type="sibTrans" cxnId="{7E3896DD-5CCE-44D8-A602-A938119B63C3}">
      <dgm:prSet/>
      <dgm:spPr/>
      <dgm:t>
        <a:bodyPr/>
        <a:lstStyle/>
        <a:p>
          <a:endParaRPr lang="en-IL"/>
        </a:p>
      </dgm:t>
    </dgm:pt>
    <dgm:pt modelId="{662E80F2-69E1-4242-98FA-538592B35961}">
      <dgm:prSet/>
      <dgm:spPr/>
      <dgm:t>
        <a:bodyPr/>
        <a:lstStyle/>
        <a:p>
          <a:r>
            <a:rPr lang="en-US" b="0" i="0" dirty="0"/>
            <a:t>CDF is  a  single format for representing parameters and configurations</a:t>
          </a:r>
          <a:endParaRPr lang="en-IL" dirty="0"/>
        </a:p>
      </dgm:t>
    </dgm:pt>
    <dgm:pt modelId="{CB7D27B0-A23E-4B86-B684-7BE4F5400AF3}" type="parTrans" cxnId="{B2A7732E-4F25-4793-BD07-21DA8B120B2E}">
      <dgm:prSet/>
      <dgm:spPr/>
      <dgm:t>
        <a:bodyPr/>
        <a:lstStyle/>
        <a:p>
          <a:endParaRPr lang="en-IL"/>
        </a:p>
      </dgm:t>
    </dgm:pt>
    <dgm:pt modelId="{A2FC1D9E-72A3-46B5-A3BD-2E6B54A6AFC6}" type="sibTrans" cxnId="{B2A7732E-4F25-4793-BD07-21DA8B120B2E}">
      <dgm:prSet/>
      <dgm:spPr/>
      <dgm:t>
        <a:bodyPr/>
        <a:lstStyle/>
        <a:p>
          <a:endParaRPr lang="en-IL"/>
        </a:p>
      </dgm:t>
    </dgm:pt>
    <dgm:pt modelId="{33125250-2652-4ADB-8317-96477D4645E1}">
      <dgm:prSet/>
      <dgm:spPr/>
      <dgm:t>
        <a:bodyPr/>
        <a:lstStyle/>
        <a:p>
          <a:r>
            <a:rPr lang="en-US" b="0" i="0" dirty="0"/>
            <a:t>A “j-list” of dictionaries with the following keys </a:t>
          </a:r>
          <a:endParaRPr lang="en-IL" dirty="0"/>
        </a:p>
      </dgm:t>
    </dgm:pt>
    <dgm:pt modelId="{49C9EB3D-C231-4EE9-A52E-2E5E6BC9566F}" type="parTrans" cxnId="{3D308046-F654-4C44-8218-238E41FE649B}">
      <dgm:prSet/>
      <dgm:spPr/>
      <dgm:t>
        <a:bodyPr/>
        <a:lstStyle/>
        <a:p>
          <a:endParaRPr lang="en-IL"/>
        </a:p>
      </dgm:t>
    </dgm:pt>
    <dgm:pt modelId="{738397E1-2798-4C06-AD29-4515B1813B58}" type="sibTrans" cxnId="{3D308046-F654-4C44-8218-238E41FE649B}">
      <dgm:prSet/>
      <dgm:spPr/>
      <dgm:t>
        <a:bodyPr/>
        <a:lstStyle/>
        <a:p>
          <a:endParaRPr lang="en-IL"/>
        </a:p>
      </dgm:t>
    </dgm:pt>
    <dgm:pt modelId="{0F86764E-D2A0-4C3C-B8F7-2218F8E66084}">
      <dgm:prSet/>
      <dgm:spPr/>
      <dgm:t>
        <a:bodyPr/>
        <a:lstStyle/>
        <a:p>
          <a:r>
            <a:rPr lang="en-US" b="1" i="0"/>
            <a:t>name</a:t>
          </a:r>
          <a:r>
            <a:rPr lang="en-US" b="0" i="0"/>
            <a:t>: variable name using naming convention as above</a:t>
          </a:r>
          <a:endParaRPr lang="en-IL"/>
        </a:p>
      </dgm:t>
    </dgm:pt>
    <dgm:pt modelId="{1731F0D8-1E50-464B-A84E-9104697DBE35}" type="parTrans" cxnId="{55EF8B27-60A3-4F48-B75B-6F0E71996825}">
      <dgm:prSet/>
      <dgm:spPr/>
      <dgm:t>
        <a:bodyPr/>
        <a:lstStyle/>
        <a:p>
          <a:endParaRPr lang="en-IL"/>
        </a:p>
      </dgm:t>
    </dgm:pt>
    <dgm:pt modelId="{7B975FB5-C682-4E15-97FF-9D97C1460467}" type="sibTrans" cxnId="{55EF8B27-60A3-4F48-B75B-6F0E71996825}">
      <dgm:prSet/>
      <dgm:spPr/>
      <dgm:t>
        <a:bodyPr/>
        <a:lstStyle/>
        <a:p>
          <a:endParaRPr lang="en-IL"/>
        </a:p>
      </dgm:t>
    </dgm:pt>
    <dgm:pt modelId="{201EFC49-581B-4EFA-8A61-05F5F54899A2}">
      <dgm:prSet/>
      <dgm:spPr/>
      <dgm:t>
        <a:bodyPr/>
        <a:lstStyle/>
        <a:p>
          <a:r>
            <a:rPr lang="en-US" b="1" i="0"/>
            <a:t>type</a:t>
          </a:r>
          <a:r>
            <a:rPr lang="en-US" b="0" i="0"/>
            <a:t>: type of value (text/image)</a:t>
          </a:r>
          <a:endParaRPr lang="en-IL"/>
        </a:p>
      </dgm:t>
    </dgm:pt>
    <dgm:pt modelId="{7305FFB7-C8FC-4891-BDC1-D91BAE96E3AC}" type="parTrans" cxnId="{04E4B320-312B-4A32-8EA0-D13DD6179D4A}">
      <dgm:prSet/>
      <dgm:spPr/>
      <dgm:t>
        <a:bodyPr/>
        <a:lstStyle/>
        <a:p>
          <a:endParaRPr lang="en-IL"/>
        </a:p>
      </dgm:t>
    </dgm:pt>
    <dgm:pt modelId="{93241ED1-6C6A-47EA-8832-2A53B5876FBD}" type="sibTrans" cxnId="{04E4B320-312B-4A32-8EA0-D13DD6179D4A}">
      <dgm:prSet/>
      <dgm:spPr/>
      <dgm:t>
        <a:bodyPr/>
        <a:lstStyle/>
        <a:p>
          <a:endParaRPr lang="en-IL"/>
        </a:p>
      </dgm:t>
    </dgm:pt>
    <dgm:pt modelId="{417A8646-293A-4B0B-9CFC-F079CE9E2C1B}">
      <dgm:prSet/>
      <dgm:spPr/>
      <dgm:t>
        <a:bodyPr/>
        <a:lstStyle/>
        <a:p>
          <a:r>
            <a:rPr lang="en-US" b="1" i="0"/>
            <a:t>value</a:t>
          </a:r>
          <a:r>
            <a:rPr lang="en-US" b="0" i="0"/>
            <a:t>: value string that represents</a:t>
          </a:r>
          <a:endParaRPr lang="en-IL"/>
        </a:p>
      </dgm:t>
    </dgm:pt>
    <dgm:pt modelId="{A47C34AD-25B4-49D8-9733-2588D3E0A4A9}" type="parTrans" cxnId="{9A0BA511-FE06-4A46-BDE8-AE51E2935088}">
      <dgm:prSet/>
      <dgm:spPr/>
      <dgm:t>
        <a:bodyPr/>
        <a:lstStyle/>
        <a:p>
          <a:endParaRPr lang="en-IL"/>
        </a:p>
      </dgm:t>
    </dgm:pt>
    <dgm:pt modelId="{F6C65CB7-C1CA-4282-8D2F-4C8841FB5479}" type="sibTrans" cxnId="{9A0BA511-FE06-4A46-BDE8-AE51E2935088}">
      <dgm:prSet/>
      <dgm:spPr/>
      <dgm:t>
        <a:bodyPr/>
        <a:lstStyle/>
        <a:p>
          <a:endParaRPr lang="en-IL"/>
        </a:p>
      </dgm:t>
    </dgm:pt>
    <dgm:pt modelId="{83376DB4-EB69-4532-81A9-ECAC8EDF9DEA}">
      <dgm:prSet/>
      <dgm:spPr/>
      <dgm:t>
        <a:bodyPr/>
        <a:lstStyle/>
        <a:p>
          <a:r>
            <a:rPr lang="en-US" b="0" i="0"/>
            <a:t>Static value: “this is a prompt’</a:t>
          </a:r>
          <a:endParaRPr lang="en-IL"/>
        </a:p>
      </dgm:t>
    </dgm:pt>
    <dgm:pt modelId="{020EC9E2-71E3-40E7-A2A2-50B79DA3C881}" type="parTrans" cxnId="{129FB7F2-DF1F-4C8D-A29B-BA3B17C266A7}">
      <dgm:prSet/>
      <dgm:spPr/>
      <dgm:t>
        <a:bodyPr/>
        <a:lstStyle/>
        <a:p>
          <a:endParaRPr lang="en-IL"/>
        </a:p>
      </dgm:t>
    </dgm:pt>
    <dgm:pt modelId="{204A9B77-5348-4514-AF59-4528FC9819EB}" type="sibTrans" cxnId="{129FB7F2-DF1F-4C8D-A29B-BA3B17C266A7}">
      <dgm:prSet/>
      <dgm:spPr/>
      <dgm:t>
        <a:bodyPr/>
        <a:lstStyle/>
        <a:p>
          <a:endParaRPr lang="en-IL"/>
        </a:p>
      </dgm:t>
    </dgm:pt>
    <dgm:pt modelId="{7F2F1613-1623-4E56-A9F5-ABAEE94A1291}">
      <dgm:prSet/>
      <dgm:spPr/>
      <dgm:t>
        <a:bodyPr/>
        <a:lstStyle/>
        <a:p>
          <a:r>
            <a:rPr lang="en-US" b="0" i="0"/>
            <a:t>Template value that reference other variables ’translate {{d.title}} into {{v.language}}’</a:t>
          </a:r>
          <a:endParaRPr lang="en-IL"/>
        </a:p>
      </dgm:t>
    </dgm:pt>
    <dgm:pt modelId="{B4646198-DF89-4711-A627-16115C3699B4}" type="parTrans" cxnId="{00809D68-F25C-42DC-9FCD-94C91ECD05A7}">
      <dgm:prSet/>
      <dgm:spPr/>
      <dgm:t>
        <a:bodyPr/>
        <a:lstStyle/>
        <a:p>
          <a:endParaRPr lang="en-IL"/>
        </a:p>
      </dgm:t>
    </dgm:pt>
    <dgm:pt modelId="{F28DF22D-8950-4AE5-9A69-29C9FD219913}" type="sibTrans" cxnId="{00809D68-F25C-42DC-9FCD-94C91ECD05A7}">
      <dgm:prSet/>
      <dgm:spPr/>
      <dgm:t>
        <a:bodyPr/>
        <a:lstStyle/>
        <a:p>
          <a:endParaRPr lang="en-IL"/>
        </a:p>
      </dgm:t>
    </dgm:pt>
    <dgm:pt modelId="{6C39F7FE-2DBF-459C-842D-661D117BFFC1}">
      <dgm:prSet/>
      <dgm:spPr/>
      <dgm:t>
        <a:bodyPr/>
        <a:lstStyle/>
        <a:p>
          <a:r>
            <a:rPr lang="en-US" b="0" i="0" dirty="0"/>
            <a:t>None for explicit value requirements</a:t>
          </a:r>
          <a:endParaRPr lang="en-IL" dirty="0"/>
        </a:p>
      </dgm:t>
    </dgm:pt>
    <dgm:pt modelId="{0270EB27-CB35-4036-BECA-CE895FE57E91}" type="parTrans" cxnId="{7C472CEA-45F3-473C-8C4B-BEB7461A93D1}">
      <dgm:prSet/>
      <dgm:spPr/>
      <dgm:t>
        <a:bodyPr/>
        <a:lstStyle/>
        <a:p>
          <a:endParaRPr lang="en-IL"/>
        </a:p>
      </dgm:t>
    </dgm:pt>
    <dgm:pt modelId="{5900502B-EEC4-49B4-97DD-53622E3DD948}" type="sibTrans" cxnId="{7C472CEA-45F3-473C-8C4B-BEB7461A93D1}">
      <dgm:prSet/>
      <dgm:spPr/>
      <dgm:t>
        <a:bodyPr/>
        <a:lstStyle/>
        <a:p>
          <a:endParaRPr lang="en-IL"/>
        </a:p>
      </dgm:t>
    </dgm:pt>
    <dgm:pt modelId="{BA9B7D7B-6916-400E-B97B-0257887F4208}">
      <dgm:prSet/>
      <dgm:spPr/>
      <dgm:t>
        <a:bodyPr/>
        <a:lstStyle/>
        <a:p>
          <a:r>
            <a:rPr lang="en-US" b="1" i="0"/>
            <a:t>mutable</a:t>
          </a:r>
          <a:r>
            <a:rPr lang="en-US" b="0" i="0"/>
            <a:t> : yes/no if can be modified by a user</a:t>
          </a:r>
          <a:endParaRPr lang="en-IL"/>
        </a:p>
      </dgm:t>
    </dgm:pt>
    <dgm:pt modelId="{09A64995-9B19-4F77-A839-B1DA3C65E3A4}" type="parTrans" cxnId="{E8209A4E-4527-4530-A58B-CCA0A697E198}">
      <dgm:prSet/>
      <dgm:spPr/>
      <dgm:t>
        <a:bodyPr/>
        <a:lstStyle/>
        <a:p>
          <a:endParaRPr lang="en-IL"/>
        </a:p>
      </dgm:t>
    </dgm:pt>
    <dgm:pt modelId="{E18DCF9A-246C-4EA3-B95C-65C9E7858A9A}" type="sibTrans" cxnId="{E8209A4E-4527-4530-A58B-CCA0A697E198}">
      <dgm:prSet/>
      <dgm:spPr/>
      <dgm:t>
        <a:bodyPr/>
        <a:lstStyle/>
        <a:p>
          <a:endParaRPr lang="en-IL"/>
        </a:p>
      </dgm:t>
    </dgm:pt>
    <dgm:pt modelId="{0E57B7E5-0899-42AE-B849-95F076577349}">
      <dgm:prSet/>
      <dgm:spPr/>
      <dgm:t>
        <a:bodyPr/>
        <a:lstStyle/>
        <a:p>
          <a:r>
            <a:rPr lang="en-US" b="1" i="0" dirty="0"/>
            <a:t>targets</a:t>
          </a:r>
          <a:r>
            <a:rPr lang="en-US" b="0" i="0" dirty="0"/>
            <a:t>:  list of ordinals, for specifying specific children in chain for whom the variable is specified</a:t>
          </a:r>
          <a:endParaRPr lang="en-IL" dirty="0"/>
        </a:p>
      </dgm:t>
    </dgm:pt>
    <dgm:pt modelId="{DD15B485-7089-4EC1-93B7-8FE418E421AF}" type="parTrans" cxnId="{71A196FA-338A-45A5-B403-2D6700092151}">
      <dgm:prSet/>
      <dgm:spPr/>
      <dgm:t>
        <a:bodyPr/>
        <a:lstStyle/>
        <a:p>
          <a:endParaRPr lang="en-IL"/>
        </a:p>
      </dgm:t>
    </dgm:pt>
    <dgm:pt modelId="{17022F50-D612-40E7-9642-32EAF9876693}" type="sibTrans" cxnId="{71A196FA-338A-45A5-B403-2D6700092151}">
      <dgm:prSet/>
      <dgm:spPr/>
      <dgm:t>
        <a:bodyPr/>
        <a:lstStyle/>
        <a:p>
          <a:endParaRPr lang="en-IL"/>
        </a:p>
      </dgm:t>
    </dgm:pt>
    <dgm:pt modelId="{4CEE2EF6-D764-4929-BA2A-5B193C92A920}">
      <dgm:prSet/>
      <dgm:spPr/>
      <dgm:t>
        <a:bodyPr/>
        <a:lstStyle/>
        <a:p>
          <a:endParaRPr lang="en-IL" dirty="0"/>
        </a:p>
      </dgm:t>
    </dgm:pt>
    <dgm:pt modelId="{FE17CBD4-E99D-4094-BA23-67007E1BB014}" type="parTrans" cxnId="{DEE03659-5213-41D3-9558-ABAFB5270BD5}">
      <dgm:prSet/>
      <dgm:spPr/>
      <dgm:t>
        <a:bodyPr/>
        <a:lstStyle/>
        <a:p>
          <a:endParaRPr lang="en-IL"/>
        </a:p>
      </dgm:t>
    </dgm:pt>
    <dgm:pt modelId="{E2D76A5E-329A-4B20-86AA-72F95BBC9FAF}" type="sibTrans" cxnId="{DEE03659-5213-41D3-9558-ABAFB5270BD5}">
      <dgm:prSet/>
      <dgm:spPr/>
      <dgm:t>
        <a:bodyPr/>
        <a:lstStyle/>
        <a:p>
          <a:endParaRPr lang="en-IL"/>
        </a:p>
      </dgm:t>
    </dgm:pt>
    <dgm:pt modelId="{9491B72B-09D8-4175-97D7-05CF6E1958D8}">
      <dgm:prSet/>
      <dgm:spPr/>
      <dgm:t>
        <a:bodyPr/>
        <a:lstStyle/>
        <a:p>
          <a:endParaRPr lang="en-IL" dirty="0"/>
        </a:p>
      </dgm:t>
    </dgm:pt>
    <dgm:pt modelId="{71FDE1E7-3EDC-4C35-B963-8B5CAAABE359}" type="parTrans" cxnId="{39B01BF9-A38E-4F79-BD50-E33DF0B7F922}">
      <dgm:prSet/>
      <dgm:spPr/>
      <dgm:t>
        <a:bodyPr/>
        <a:lstStyle/>
        <a:p>
          <a:endParaRPr lang="en-IL"/>
        </a:p>
      </dgm:t>
    </dgm:pt>
    <dgm:pt modelId="{26A5782D-AC41-40DA-894B-513E55D91E8E}" type="sibTrans" cxnId="{39B01BF9-A38E-4F79-BD50-E33DF0B7F922}">
      <dgm:prSet/>
      <dgm:spPr/>
      <dgm:t>
        <a:bodyPr/>
        <a:lstStyle/>
        <a:p>
          <a:endParaRPr lang="en-IL"/>
        </a:p>
      </dgm:t>
    </dgm:pt>
    <dgm:pt modelId="{79947EEB-5376-40D7-BD94-173A90EA4907}">
      <dgm:prSet/>
      <dgm:spPr/>
      <dgm:t>
        <a:bodyPr/>
        <a:lstStyle/>
        <a:p>
          <a:endParaRPr lang="en-IL" dirty="0"/>
        </a:p>
      </dgm:t>
    </dgm:pt>
    <dgm:pt modelId="{8581C64D-1248-4082-B9B2-E6617B9B223B}" type="parTrans" cxnId="{077B97B4-4D16-4B20-AE4D-A9E9762A548A}">
      <dgm:prSet/>
      <dgm:spPr/>
      <dgm:t>
        <a:bodyPr/>
        <a:lstStyle/>
        <a:p>
          <a:endParaRPr lang="en-IL"/>
        </a:p>
      </dgm:t>
    </dgm:pt>
    <dgm:pt modelId="{AB976A5F-67DB-41E4-AD7C-0C06BEFF17F7}" type="sibTrans" cxnId="{077B97B4-4D16-4B20-AE4D-A9E9762A548A}">
      <dgm:prSet/>
      <dgm:spPr/>
      <dgm:t>
        <a:bodyPr/>
        <a:lstStyle/>
        <a:p>
          <a:endParaRPr lang="en-IL"/>
        </a:p>
      </dgm:t>
    </dgm:pt>
    <dgm:pt modelId="{7A13001E-AB08-4FC1-A2DE-D20C998DEDAA}">
      <dgm:prSet/>
      <dgm:spPr/>
      <dgm:t>
        <a:bodyPr/>
        <a:lstStyle/>
        <a:p>
          <a:pPr>
            <a:buNone/>
          </a:pPr>
          <a:r>
            <a:rPr lang="en-US" b="0" i="0" dirty="0"/>
            <a:t> </a:t>
          </a:r>
          <a:endParaRPr lang="en-IL" dirty="0"/>
        </a:p>
      </dgm:t>
    </dgm:pt>
    <dgm:pt modelId="{52CE2400-7B6F-4D03-9522-E4DA3463DCAB}" type="parTrans" cxnId="{0A44F93D-2B4E-4D6D-940B-3AFAC7D3D913}">
      <dgm:prSet/>
      <dgm:spPr/>
      <dgm:t>
        <a:bodyPr/>
        <a:lstStyle/>
        <a:p>
          <a:endParaRPr lang="en-IL"/>
        </a:p>
      </dgm:t>
    </dgm:pt>
    <dgm:pt modelId="{2ED4E41D-E024-46BE-B000-99C26A42D684}" type="sibTrans" cxnId="{0A44F93D-2B4E-4D6D-940B-3AFAC7D3D913}">
      <dgm:prSet/>
      <dgm:spPr/>
      <dgm:t>
        <a:bodyPr/>
        <a:lstStyle/>
        <a:p>
          <a:endParaRPr lang="en-IL"/>
        </a:p>
      </dgm:t>
    </dgm:pt>
    <dgm:pt modelId="{290F2860-1F7A-44BF-8E96-D59A6894B984}">
      <dgm:prSet/>
      <dgm:spPr/>
      <dgm:t>
        <a:bodyPr/>
        <a:lstStyle/>
        <a:p>
          <a:endParaRPr lang="en-IL" dirty="0"/>
        </a:p>
      </dgm:t>
    </dgm:pt>
    <dgm:pt modelId="{E843CDAD-0890-43FA-BCC1-C5AFB01B6083}" type="parTrans" cxnId="{D5F3C760-C7D6-48A4-9ADC-309165A1FEE9}">
      <dgm:prSet/>
      <dgm:spPr/>
      <dgm:t>
        <a:bodyPr/>
        <a:lstStyle/>
        <a:p>
          <a:endParaRPr lang="en-IL"/>
        </a:p>
      </dgm:t>
    </dgm:pt>
    <dgm:pt modelId="{2342EE9A-6732-4870-AF3B-497B8C7F23CC}" type="sibTrans" cxnId="{D5F3C760-C7D6-48A4-9ADC-309165A1FEE9}">
      <dgm:prSet/>
      <dgm:spPr/>
      <dgm:t>
        <a:bodyPr/>
        <a:lstStyle/>
        <a:p>
          <a:endParaRPr lang="en-IL"/>
        </a:p>
      </dgm:t>
    </dgm:pt>
    <dgm:pt modelId="{C5E309B3-D869-45B9-9BDD-B277D0AD0B93}" type="pres">
      <dgm:prSet presAssocID="{83923362-E95E-478C-A6D2-24DA73112D22}" presName="Name0" presStyleCnt="0">
        <dgm:presLayoutVars>
          <dgm:dir/>
          <dgm:animLvl val="lvl"/>
          <dgm:resizeHandles val="exact"/>
        </dgm:presLayoutVars>
      </dgm:prSet>
      <dgm:spPr/>
    </dgm:pt>
    <dgm:pt modelId="{FBC3DC2F-A5B5-457E-B68E-81802A0D18FD}" type="pres">
      <dgm:prSet presAssocID="{ED0B270A-CFB8-427D-99F7-E498330E2670}" presName="composite" presStyleCnt="0"/>
      <dgm:spPr/>
    </dgm:pt>
    <dgm:pt modelId="{12BE3ADC-811B-48D2-AEF6-68EC7D0431D3}" type="pres">
      <dgm:prSet presAssocID="{ED0B270A-CFB8-427D-99F7-E498330E267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7018CE6-CB0F-4B1F-966E-F9C61266F4DB}" type="pres">
      <dgm:prSet presAssocID="{ED0B270A-CFB8-427D-99F7-E498330E2670}" presName="desTx" presStyleLbl="alignAccFollowNode1" presStyleIdx="0" presStyleCnt="2">
        <dgm:presLayoutVars>
          <dgm:bulletEnabled val="1"/>
        </dgm:presLayoutVars>
      </dgm:prSet>
      <dgm:spPr/>
    </dgm:pt>
    <dgm:pt modelId="{3C6274BE-F33C-432B-86D2-F14FFF9CC497}" type="pres">
      <dgm:prSet presAssocID="{EAA20017-14D5-43C0-9BBB-B03F7D38CDE8}" presName="space" presStyleCnt="0"/>
      <dgm:spPr/>
    </dgm:pt>
    <dgm:pt modelId="{0DE8EDE4-2B25-482D-9832-B37713C579FE}" type="pres">
      <dgm:prSet presAssocID="{D679A755-AEDF-4A3C-BB63-5FC37DF3696A}" presName="composite" presStyleCnt="0"/>
      <dgm:spPr/>
    </dgm:pt>
    <dgm:pt modelId="{4232AAD9-64EF-4D2A-A09A-AED1CE73E237}" type="pres">
      <dgm:prSet presAssocID="{D679A755-AEDF-4A3C-BB63-5FC37DF3696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0E15B79-036A-40D8-AB42-C964B3EF2B3C}" type="pres">
      <dgm:prSet presAssocID="{D679A755-AEDF-4A3C-BB63-5FC37DF3696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BC8660F-2F22-4108-AB40-B70B8B441A1C}" type="presOf" srcId="{83923362-E95E-478C-A6D2-24DA73112D22}" destId="{C5E309B3-D869-45B9-9BDD-B277D0AD0B93}" srcOrd="0" destOrd="0" presId="urn:microsoft.com/office/officeart/2005/8/layout/hList1"/>
    <dgm:cxn modelId="{9A0BA511-FE06-4A46-BDE8-AE51E2935088}" srcId="{33125250-2652-4ADB-8317-96477D4645E1}" destId="{417A8646-293A-4B0B-9CFC-F079CE9E2C1B}" srcOrd="2" destOrd="0" parTransId="{A47C34AD-25B4-49D8-9733-2588D3E0A4A9}" sibTransId="{F6C65CB7-C1CA-4282-8D2F-4C8841FB5479}"/>
    <dgm:cxn modelId="{04E4B320-312B-4A32-8EA0-D13DD6179D4A}" srcId="{33125250-2652-4ADB-8317-96477D4645E1}" destId="{201EFC49-581B-4EFA-8A61-05F5F54899A2}" srcOrd="1" destOrd="0" parTransId="{7305FFB7-C8FC-4891-BDC1-D91BAE96E3AC}" sibTransId="{93241ED1-6C6A-47EA-8832-2A53B5876FBD}"/>
    <dgm:cxn modelId="{969F1427-4A24-4FFD-826A-CC2C4685DE2B}" type="presOf" srcId="{79947EEB-5376-40D7-BD94-173A90EA4907}" destId="{87018CE6-CB0F-4B1F-966E-F9C61266F4DB}" srcOrd="0" destOrd="7" presId="urn:microsoft.com/office/officeart/2005/8/layout/hList1"/>
    <dgm:cxn modelId="{55EF8B27-60A3-4F48-B75B-6F0E71996825}" srcId="{33125250-2652-4ADB-8317-96477D4645E1}" destId="{0F86764E-D2A0-4C3C-B8F7-2218F8E66084}" srcOrd="0" destOrd="0" parTransId="{1731F0D8-1E50-464B-A84E-9104697DBE35}" sibTransId="{7B975FB5-C682-4E15-97FF-9D97C1460467}"/>
    <dgm:cxn modelId="{42BDA629-C6AF-43B4-A350-D095E5ABD7BD}" type="presOf" srcId="{0F86764E-D2A0-4C3C-B8F7-2218F8E66084}" destId="{B0E15B79-036A-40D8-AB42-C964B3EF2B3C}" srcOrd="0" destOrd="3" presId="urn:microsoft.com/office/officeart/2005/8/layout/hList1"/>
    <dgm:cxn modelId="{5D0B002C-316B-4E0F-8D0A-A74F8B39739D}" type="presOf" srcId="{417A8646-293A-4B0B-9CFC-F079CE9E2C1B}" destId="{B0E15B79-036A-40D8-AB42-C964B3EF2B3C}" srcOrd="0" destOrd="5" presId="urn:microsoft.com/office/officeart/2005/8/layout/hList1"/>
    <dgm:cxn modelId="{B2A7732E-4F25-4793-BD07-21DA8B120B2E}" srcId="{D679A755-AEDF-4A3C-BB63-5FC37DF3696A}" destId="{662E80F2-69E1-4242-98FA-538592B35961}" srcOrd="0" destOrd="0" parTransId="{CB7D27B0-A23E-4B86-B684-7BE4F5400AF3}" sibTransId="{A2FC1D9E-72A3-46B5-A3BD-2E6B54A6AFC6}"/>
    <dgm:cxn modelId="{F04AC733-75A8-457A-A390-1541CD0C47DB}" type="presOf" srcId="{7A13001E-AB08-4FC1-A2DE-D20C998DEDAA}" destId="{87018CE6-CB0F-4B1F-966E-F9C61266F4DB}" srcOrd="0" destOrd="5" presId="urn:microsoft.com/office/officeart/2005/8/layout/hList1"/>
    <dgm:cxn modelId="{30FFBD34-F8FA-40C9-BF33-54C0E7C04D08}" type="presOf" srcId="{33125250-2652-4ADB-8317-96477D4645E1}" destId="{B0E15B79-036A-40D8-AB42-C964B3EF2B3C}" srcOrd="0" destOrd="2" presId="urn:microsoft.com/office/officeart/2005/8/layout/hList1"/>
    <dgm:cxn modelId="{DF4AB536-B556-44F2-87D1-9F1998D416C6}" srcId="{ED0B270A-CFB8-427D-99F7-E498330E2670}" destId="{DB0C6044-5DF2-415B-BE98-18A885F9219B}" srcOrd="8" destOrd="0" parTransId="{4A495344-13B3-4664-9749-75CE6629A07E}" sibTransId="{A3CFD860-CAB0-4934-B47D-CABD6E88E6AA}"/>
    <dgm:cxn modelId="{0A44F93D-2B4E-4D6D-940B-3AFAC7D3D913}" srcId="{ED0B270A-CFB8-427D-99F7-E498330E2670}" destId="{7A13001E-AB08-4FC1-A2DE-D20C998DEDAA}" srcOrd="5" destOrd="0" parTransId="{52CE2400-7B6F-4D03-9522-E4DA3463DCAB}" sibTransId="{2ED4E41D-E024-46BE-B000-99C26A42D684}"/>
    <dgm:cxn modelId="{412D905E-FC39-4486-A624-DD7ABCA2EB7E}" type="presOf" srcId="{6C39F7FE-2DBF-459C-842D-661D117BFFC1}" destId="{B0E15B79-036A-40D8-AB42-C964B3EF2B3C}" srcOrd="0" destOrd="8" presId="urn:microsoft.com/office/officeart/2005/8/layout/hList1"/>
    <dgm:cxn modelId="{D5F3C760-C7D6-48A4-9ADC-309165A1FEE9}" srcId="{D679A755-AEDF-4A3C-BB63-5FC37DF3696A}" destId="{290F2860-1F7A-44BF-8E96-D59A6894B984}" srcOrd="1" destOrd="0" parTransId="{E843CDAD-0890-43FA-BCC1-C5AFB01B6083}" sibTransId="{2342EE9A-6732-4870-AF3B-497B8C7F23CC}"/>
    <dgm:cxn modelId="{8839AE44-D8C8-4AD8-A9B4-20CA3D0D677D}" type="presOf" srcId="{7F2F1613-1623-4E56-A9F5-ABAEE94A1291}" destId="{B0E15B79-036A-40D8-AB42-C964B3EF2B3C}" srcOrd="0" destOrd="7" presId="urn:microsoft.com/office/officeart/2005/8/layout/hList1"/>
    <dgm:cxn modelId="{CA10FF65-2658-4D5F-90CB-19D3FFDC1249}" type="presOf" srcId="{9491B72B-09D8-4175-97D7-05CF6E1958D8}" destId="{87018CE6-CB0F-4B1F-966E-F9C61266F4DB}" srcOrd="0" destOrd="3" presId="urn:microsoft.com/office/officeart/2005/8/layout/hList1"/>
    <dgm:cxn modelId="{3D308046-F654-4C44-8218-238E41FE649B}" srcId="{D679A755-AEDF-4A3C-BB63-5FC37DF3696A}" destId="{33125250-2652-4ADB-8317-96477D4645E1}" srcOrd="2" destOrd="0" parTransId="{49C9EB3D-C231-4EE9-A52E-2E5E6BC9566F}" sibTransId="{738397E1-2798-4C06-AD29-4515B1813B58}"/>
    <dgm:cxn modelId="{00809D68-F25C-42DC-9FCD-94C91ECD05A7}" srcId="{417A8646-293A-4B0B-9CFC-F079CE9E2C1B}" destId="{7F2F1613-1623-4E56-A9F5-ABAEE94A1291}" srcOrd="1" destOrd="0" parTransId="{B4646198-DF89-4711-A627-16115C3699B4}" sibTransId="{F28DF22D-8950-4AE5-9A69-29C9FD219913}"/>
    <dgm:cxn modelId="{717B0F69-0378-41CA-8DA4-3ABE7B116474}" type="presOf" srcId="{E7A5D0BD-4CB4-4099-8DA1-460F8402323F}" destId="{87018CE6-CB0F-4B1F-966E-F9C61266F4DB}" srcOrd="0" destOrd="4" presId="urn:microsoft.com/office/officeart/2005/8/layout/hList1"/>
    <dgm:cxn modelId="{0390D44D-C1A2-45F7-A682-8B4689C037DF}" type="presOf" srcId="{60EDAE7A-6907-41BE-A863-8DEC38FD1936}" destId="{87018CE6-CB0F-4B1F-966E-F9C61266F4DB}" srcOrd="0" destOrd="6" presId="urn:microsoft.com/office/officeart/2005/8/layout/hList1"/>
    <dgm:cxn modelId="{E8209A4E-4527-4530-A58B-CCA0A697E198}" srcId="{33125250-2652-4ADB-8317-96477D4645E1}" destId="{BA9B7D7B-6916-400E-B97B-0257887F4208}" srcOrd="3" destOrd="0" parTransId="{09A64995-9B19-4F77-A839-B1DA3C65E3A4}" sibTransId="{E18DCF9A-246C-4EA3-B95C-65C9E7858A9A}"/>
    <dgm:cxn modelId="{F66F7857-A4B3-4BD7-9009-73CB58CFDFF8}" type="presOf" srcId="{ED0B270A-CFB8-427D-99F7-E498330E2670}" destId="{12BE3ADC-811B-48D2-AEF6-68EC7D0431D3}" srcOrd="0" destOrd="0" presId="urn:microsoft.com/office/officeart/2005/8/layout/hList1"/>
    <dgm:cxn modelId="{DEE03659-5213-41D3-9558-ABAFB5270BD5}" srcId="{ED0B270A-CFB8-427D-99F7-E498330E2670}" destId="{4CEE2EF6-D764-4929-BA2A-5B193C92A920}" srcOrd="1" destOrd="0" parTransId="{FE17CBD4-E99D-4094-BA23-67007E1BB014}" sibTransId="{E2D76A5E-329A-4B20-86AA-72F95BBC9FAF}"/>
    <dgm:cxn modelId="{D0E4B359-BF22-40A3-8D36-C8E46EA1C791}" type="presOf" srcId="{0E57B7E5-0899-42AE-B849-95F076577349}" destId="{B0E15B79-036A-40D8-AB42-C964B3EF2B3C}" srcOrd="0" destOrd="10" presId="urn:microsoft.com/office/officeart/2005/8/layout/hList1"/>
    <dgm:cxn modelId="{DE5AEC7E-FAFE-46D7-8152-3BD74225DF40}" srcId="{ED0B270A-CFB8-427D-99F7-E498330E2670}" destId="{6AB28754-1C64-4507-A45F-628BCBF250F7}" srcOrd="2" destOrd="0" parTransId="{423A9C9E-1968-40FE-92DB-9D3844ECCBA4}" sibTransId="{F55D807A-1883-4895-8382-019345F79C0C}"/>
    <dgm:cxn modelId="{2749A18A-330A-47E8-9F26-C4FF24C3B9F6}" type="presOf" srcId="{DB0C6044-5DF2-415B-BE98-18A885F9219B}" destId="{87018CE6-CB0F-4B1F-966E-F9C61266F4DB}" srcOrd="0" destOrd="8" presId="urn:microsoft.com/office/officeart/2005/8/layout/hList1"/>
    <dgm:cxn modelId="{DCF2639D-B4F1-4212-9CDC-C7C460E44EFD}" type="presOf" srcId="{290F2860-1F7A-44BF-8E96-D59A6894B984}" destId="{B0E15B79-036A-40D8-AB42-C964B3EF2B3C}" srcOrd="0" destOrd="1" presId="urn:microsoft.com/office/officeart/2005/8/layout/hList1"/>
    <dgm:cxn modelId="{F04F58A0-2219-45E0-A19A-648E451B829A}" type="presOf" srcId="{83376DB4-EB69-4532-81A9-ECAC8EDF9DEA}" destId="{B0E15B79-036A-40D8-AB42-C964B3EF2B3C}" srcOrd="0" destOrd="6" presId="urn:microsoft.com/office/officeart/2005/8/layout/hList1"/>
    <dgm:cxn modelId="{689E7CB3-E749-4BD7-ADA4-516960E5C070}" type="presOf" srcId="{BA9B7D7B-6916-400E-B97B-0257887F4208}" destId="{B0E15B79-036A-40D8-AB42-C964B3EF2B3C}" srcOrd="0" destOrd="9" presId="urn:microsoft.com/office/officeart/2005/8/layout/hList1"/>
    <dgm:cxn modelId="{077B97B4-4D16-4B20-AE4D-A9E9762A548A}" srcId="{ED0B270A-CFB8-427D-99F7-E498330E2670}" destId="{79947EEB-5376-40D7-BD94-173A90EA4907}" srcOrd="7" destOrd="0" parTransId="{8581C64D-1248-4082-B9B2-E6617B9B223B}" sibTransId="{AB976A5F-67DB-41E4-AD7C-0C06BEFF17F7}"/>
    <dgm:cxn modelId="{CF6346B8-5BFC-407F-8446-2BDE7DF20D3D}" type="presOf" srcId="{D679A755-AEDF-4A3C-BB63-5FC37DF3696A}" destId="{4232AAD9-64EF-4D2A-A09A-AED1CE73E237}" srcOrd="0" destOrd="0" presId="urn:microsoft.com/office/officeart/2005/8/layout/hList1"/>
    <dgm:cxn modelId="{81A9ADCA-3E1F-4889-A931-495D9B2CEB1F}" type="presOf" srcId="{201EFC49-581B-4EFA-8A61-05F5F54899A2}" destId="{B0E15B79-036A-40D8-AB42-C964B3EF2B3C}" srcOrd="0" destOrd="4" presId="urn:microsoft.com/office/officeart/2005/8/layout/hList1"/>
    <dgm:cxn modelId="{97D666D1-FA8F-4559-B778-1CA889DF1D45}" srcId="{ED0B270A-CFB8-427D-99F7-E498330E2670}" destId="{F919E751-7C71-4BEE-9127-E61F553E44D4}" srcOrd="0" destOrd="0" parTransId="{D7386193-05D7-46B7-AD52-91648DCE65CA}" sibTransId="{4E9DBF59-F6C3-482F-9A84-B90A7BAE818F}"/>
    <dgm:cxn modelId="{1BC6F4D1-214B-4C1B-B959-BE675229D4D6}" type="presOf" srcId="{F919E751-7C71-4BEE-9127-E61F553E44D4}" destId="{87018CE6-CB0F-4B1F-966E-F9C61266F4DB}" srcOrd="0" destOrd="0" presId="urn:microsoft.com/office/officeart/2005/8/layout/hList1"/>
    <dgm:cxn modelId="{BF79B8D2-4A81-40B8-BB37-7F7A23E8504B}" srcId="{ED0B270A-CFB8-427D-99F7-E498330E2670}" destId="{E7A5D0BD-4CB4-4099-8DA1-460F8402323F}" srcOrd="4" destOrd="0" parTransId="{AEA8E955-8CE5-40A7-A642-0F033B223B9F}" sibTransId="{D0EF281C-BFDF-40F0-A896-81E681A7C8CB}"/>
    <dgm:cxn modelId="{A52093D7-0313-42D6-B85F-39726D0AFF91}" srcId="{ED0B270A-CFB8-427D-99F7-E498330E2670}" destId="{60EDAE7A-6907-41BE-A863-8DEC38FD1936}" srcOrd="6" destOrd="0" parTransId="{386C940A-6989-468D-BCA6-FBFFB2BC40C7}" sibTransId="{D04B2527-BE93-49BD-9510-EBFB70D934A4}"/>
    <dgm:cxn modelId="{7E3896DD-5CCE-44D8-A602-A938119B63C3}" srcId="{83923362-E95E-478C-A6D2-24DA73112D22}" destId="{D679A755-AEDF-4A3C-BB63-5FC37DF3696A}" srcOrd="1" destOrd="0" parTransId="{F218F9E9-CC3D-49AB-9586-AEE7F714285E}" sibTransId="{386D2455-A469-4B81-BC71-0DE8DADCA360}"/>
    <dgm:cxn modelId="{A0B93EDE-608E-4BB6-B4C0-C57F1B3D446F}" type="presOf" srcId="{4CEE2EF6-D764-4929-BA2A-5B193C92A920}" destId="{87018CE6-CB0F-4B1F-966E-F9C61266F4DB}" srcOrd="0" destOrd="1" presId="urn:microsoft.com/office/officeart/2005/8/layout/hList1"/>
    <dgm:cxn modelId="{7C472CEA-45F3-473C-8C4B-BEB7461A93D1}" srcId="{417A8646-293A-4B0B-9CFC-F079CE9E2C1B}" destId="{6C39F7FE-2DBF-459C-842D-661D117BFFC1}" srcOrd="2" destOrd="0" parTransId="{0270EB27-CB35-4036-BECA-CE895FE57E91}" sibTransId="{5900502B-EEC4-49B4-97DD-53622E3DD948}"/>
    <dgm:cxn modelId="{8626E4EC-12BF-42C8-BF80-F4283B541CB5}" type="presOf" srcId="{662E80F2-69E1-4242-98FA-538592B35961}" destId="{B0E15B79-036A-40D8-AB42-C964B3EF2B3C}" srcOrd="0" destOrd="0" presId="urn:microsoft.com/office/officeart/2005/8/layout/hList1"/>
    <dgm:cxn modelId="{7C90DCEE-7AD1-4538-B496-F3BD96B9F7F4}" srcId="{83923362-E95E-478C-A6D2-24DA73112D22}" destId="{ED0B270A-CFB8-427D-99F7-E498330E2670}" srcOrd="0" destOrd="0" parTransId="{C7D8AB3D-CBEC-44E3-AEE7-D058B82010C7}" sibTransId="{EAA20017-14D5-43C0-9BBB-B03F7D38CDE8}"/>
    <dgm:cxn modelId="{129FB7F2-DF1F-4C8D-A29B-BA3B17C266A7}" srcId="{417A8646-293A-4B0B-9CFC-F079CE9E2C1B}" destId="{83376DB4-EB69-4532-81A9-ECAC8EDF9DEA}" srcOrd="0" destOrd="0" parTransId="{020EC9E2-71E3-40E7-A2A2-50B79DA3C881}" sibTransId="{204A9B77-5348-4514-AF59-4528FC9819EB}"/>
    <dgm:cxn modelId="{F1641BF7-7B49-4B7A-99BF-057E859B20F5}" type="presOf" srcId="{6AB28754-1C64-4507-A45F-628BCBF250F7}" destId="{87018CE6-CB0F-4B1F-966E-F9C61266F4DB}" srcOrd="0" destOrd="2" presId="urn:microsoft.com/office/officeart/2005/8/layout/hList1"/>
    <dgm:cxn modelId="{39B01BF9-A38E-4F79-BD50-E33DF0B7F922}" srcId="{ED0B270A-CFB8-427D-99F7-E498330E2670}" destId="{9491B72B-09D8-4175-97D7-05CF6E1958D8}" srcOrd="3" destOrd="0" parTransId="{71FDE1E7-3EDC-4C35-B963-8B5CAAABE359}" sibTransId="{26A5782D-AC41-40DA-894B-513E55D91E8E}"/>
    <dgm:cxn modelId="{71A196FA-338A-45A5-B403-2D6700092151}" srcId="{33125250-2652-4ADB-8317-96477D4645E1}" destId="{0E57B7E5-0899-42AE-B849-95F076577349}" srcOrd="4" destOrd="0" parTransId="{DD15B485-7089-4EC1-93B7-8FE418E421AF}" sibTransId="{17022F50-D612-40E7-9642-32EAF9876693}"/>
    <dgm:cxn modelId="{A0103107-5EB5-43ED-8823-CC946BC7B97E}" type="presParOf" srcId="{C5E309B3-D869-45B9-9BDD-B277D0AD0B93}" destId="{FBC3DC2F-A5B5-457E-B68E-81802A0D18FD}" srcOrd="0" destOrd="0" presId="urn:microsoft.com/office/officeart/2005/8/layout/hList1"/>
    <dgm:cxn modelId="{2DC82543-7BC2-4038-903A-7CD1711E5851}" type="presParOf" srcId="{FBC3DC2F-A5B5-457E-B68E-81802A0D18FD}" destId="{12BE3ADC-811B-48D2-AEF6-68EC7D0431D3}" srcOrd="0" destOrd="0" presId="urn:microsoft.com/office/officeart/2005/8/layout/hList1"/>
    <dgm:cxn modelId="{9EE904EF-4D71-4B25-961A-826D70787AAB}" type="presParOf" srcId="{FBC3DC2F-A5B5-457E-B68E-81802A0D18FD}" destId="{87018CE6-CB0F-4B1F-966E-F9C61266F4DB}" srcOrd="1" destOrd="0" presId="urn:microsoft.com/office/officeart/2005/8/layout/hList1"/>
    <dgm:cxn modelId="{466F4375-7DD4-4C90-813E-2432B0093A70}" type="presParOf" srcId="{C5E309B3-D869-45B9-9BDD-B277D0AD0B93}" destId="{3C6274BE-F33C-432B-86D2-F14FFF9CC497}" srcOrd="1" destOrd="0" presId="urn:microsoft.com/office/officeart/2005/8/layout/hList1"/>
    <dgm:cxn modelId="{212A2110-295F-4D3E-A10C-0A8FB56BD509}" type="presParOf" srcId="{C5E309B3-D869-45B9-9BDD-B277D0AD0B93}" destId="{0DE8EDE4-2B25-482D-9832-B37713C579FE}" srcOrd="2" destOrd="0" presId="urn:microsoft.com/office/officeart/2005/8/layout/hList1"/>
    <dgm:cxn modelId="{A54ACCE3-BA18-48B3-B78D-FC52678D7B93}" type="presParOf" srcId="{0DE8EDE4-2B25-482D-9832-B37713C579FE}" destId="{4232AAD9-64EF-4D2A-A09A-AED1CE73E237}" srcOrd="0" destOrd="0" presId="urn:microsoft.com/office/officeart/2005/8/layout/hList1"/>
    <dgm:cxn modelId="{6C205CB3-F7A8-4698-A445-68D4B7C53FA6}" type="presParOf" srcId="{0DE8EDE4-2B25-482D-9832-B37713C579FE}" destId="{B0E15B79-036A-40D8-AB42-C964B3EF2B3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0BEBE2-2344-4B6D-9649-F93901E9B6AC}">
      <dsp:nvSpPr>
        <dsp:cNvPr id="0" name=""/>
        <dsp:cNvSpPr/>
      </dsp:nvSpPr>
      <dsp:spPr>
        <a:xfrm>
          <a:off x="15144" y="0"/>
          <a:ext cx="865050" cy="6546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3256E-0CC6-4A2F-B32E-2C922B003D8C}">
      <dsp:nvSpPr>
        <dsp:cNvPr id="0" name=""/>
        <dsp:cNvSpPr/>
      </dsp:nvSpPr>
      <dsp:spPr>
        <a:xfrm>
          <a:off x="15144" y="816363"/>
          <a:ext cx="2471571" cy="280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Feeds</a:t>
          </a:r>
        </a:p>
      </dsp:txBody>
      <dsp:txXfrm>
        <a:off x="15144" y="816363"/>
        <a:ext cx="2471571" cy="280577"/>
      </dsp:txXfrm>
    </dsp:sp>
    <dsp:sp modelId="{0762A50F-7AAE-4778-8F5C-884D688F5261}">
      <dsp:nvSpPr>
        <dsp:cNvPr id="0" name=""/>
        <dsp:cNvSpPr/>
      </dsp:nvSpPr>
      <dsp:spPr>
        <a:xfrm>
          <a:off x="15144" y="1172141"/>
          <a:ext cx="2471571" cy="3801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Feeds are parametrized (URL, account) or closed (ready-to-fetch)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Basic feeds are supplied by the system (RSS, Twitter celebrates)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 can create a new feed by parametrizing and applying and existing AI transformer to any existing feed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 can publish created feeds to public feeds catalogue and earn if used by other users</a:t>
          </a:r>
        </a:p>
      </dsp:txBody>
      <dsp:txXfrm>
        <a:off x="15144" y="1172141"/>
        <a:ext cx="2471571" cy="3801033"/>
      </dsp:txXfrm>
    </dsp:sp>
    <dsp:sp modelId="{BF1488F6-A5F4-4C5B-872E-1FF520C18E3C}">
      <dsp:nvSpPr>
        <dsp:cNvPr id="0" name=""/>
        <dsp:cNvSpPr/>
      </dsp:nvSpPr>
      <dsp:spPr>
        <a:xfrm>
          <a:off x="2919241" y="0"/>
          <a:ext cx="865050" cy="6546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1731C1-D559-4D28-9ACA-BD5477EFF4FC}">
      <dsp:nvSpPr>
        <dsp:cNvPr id="0" name=""/>
        <dsp:cNvSpPr/>
      </dsp:nvSpPr>
      <dsp:spPr>
        <a:xfrm>
          <a:off x="2919241" y="816363"/>
          <a:ext cx="2471571" cy="280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Transformers</a:t>
          </a:r>
        </a:p>
      </dsp:txBody>
      <dsp:txXfrm>
        <a:off x="2919241" y="816363"/>
        <a:ext cx="2471571" cy="280577"/>
      </dsp:txXfrm>
    </dsp:sp>
    <dsp:sp modelId="{0D8CECEC-89D9-482C-8EE2-B9A7D17A257C}">
      <dsp:nvSpPr>
        <dsp:cNvPr id="0" name=""/>
        <dsp:cNvSpPr/>
      </dsp:nvSpPr>
      <dsp:spPr>
        <a:xfrm>
          <a:off x="2919241" y="1172141"/>
          <a:ext cx="2471571" cy="3801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Transformers are parametrized (prompt, model parameters) or closed (ready-to-apply)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Basic transformers (one step model inference) are provided by the system(Text2X)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 can create a new transformer by composing existing transformers via chaining and pooling with some parametrization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 can publish created transformers to the public transformer catalogue and earn if used by other users</a:t>
          </a:r>
        </a:p>
      </dsp:txBody>
      <dsp:txXfrm>
        <a:off x="2919241" y="1172141"/>
        <a:ext cx="2471571" cy="3801033"/>
      </dsp:txXfrm>
    </dsp:sp>
    <dsp:sp modelId="{B322A6BD-493D-4151-820E-122FCF199DC0}">
      <dsp:nvSpPr>
        <dsp:cNvPr id="0" name=""/>
        <dsp:cNvSpPr/>
      </dsp:nvSpPr>
      <dsp:spPr>
        <a:xfrm>
          <a:off x="5823338" y="0"/>
          <a:ext cx="865050" cy="6546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F8FAF-032F-46FE-970B-9123A245BDA6}">
      <dsp:nvSpPr>
        <dsp:cNvPr id="0" name=""/>
        <dsp:cNvSpPr/>
      </dsp:nvSpPr>
      <dsp:spPr>
        <a:xfrm>
          <a:off x="5823338" y="816363"/>
          <a:ext cx="2471571" cy="280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Channel</a:t>
          </a:r>
        </a:p>
      </dsp:txBody>
      <dsp:txXfrm>
        <a:off x="5823338" y="816363"/>
        <a:ext cx="2471571" cy="280577"/>
      </dsp:txXfrm>
    </dsp:sp>
    <dsp:sp modelId="{172585A6-1A90-49A7-B6B4-42D94531A14F}">
      <dsp:nvSpPr>
        <dsp:cNvPr id="0" name=""/>
        <dsp:cNvSpPr/>
      </dsp:nvSpPr>
      <dsp:spPr>
        <a:xfrm>
          <a:off x="5823338" y="1172141"/>
          <a:ext cx="2471571" cy="3801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 add closed feeds from catalogue to his channel while observing token cost of each feed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 configures budget-based limits and frequencies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 select and configure available distribution channels (e-mail, IM, Social Networks)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Feedback from selected channels (likes, views) are collected where possible</a:t>
          </a:r>
        </a:p>
      </dsp:txBody>
      <dsp:txXfrm>
        <a:off x="5823338" y="1172141"/>
        <a:ext cx="2471571" cy="3801033"/>
      </dsp:txXfrm>
    </dsp:sp>
    <dsp:sp modelId="{B5567587-46D7-45DF-ABAE-F7F90056F8E6}">
      <dsp:nvSpPr>
        <dsp:cNvPr id="0" name=""/>
        <dsp:cNvSpPr/>
      </dsp:nvSpPr>
      <dsp:spPr>
        <a:xfrm>
          <a:off x="8727435" y="0"/>
          <a:ext cx="865050" cy="6546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F6171-883F-4660-B727-3877E3193592}">
      <dsp:nvSpPr>
        <dsp:cNvPr id="0" name=""/>
        <dsp:cNvSpPr/>
      </dsp:nvSpPr>
      <dsp:spPr>
        <a:xfrm>
          <a:off x="8727435" y="816363"/>
          <a:ext cx="2471571" cy="280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Wallet</a:t>
          </a:r>
        </a:p>
      </dsp:txBody>
      <dsp:txXfrm>
        <a:off x="8727435" y="816363"/>
        <a:ext cx="2471571" cy="280577"/>
      </dsp:txXfrm>
    </dsp:sp>
    <dsp:sp modelId="{AF0F9BD8-74AF-40FA-AB62-81CCE2C9B86A}">
      <dsp:nvSpPr>
        <dsp:cNvPr id="0" name=""/>
        <dsp:cNvSpPr/>
      </dsp:nvSpPr>
      <dsp:spPr>
        <a:xfrm>
          <a:off x="8727435" y="1172141"/>
          <a:ext cx="2471571" cy="3801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 purchases/earns tokens to fill his wallet via subscription , packages and cash-backs purchases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 spend his token when content is generated (for distribution or for preview during transformer editing)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 can observe data and analytics on all spend and earn transactions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Selected users can withdraw earned tokens and convert it to the payments</a:t>
          </a:r>
        </a:p>
      </dsp:txBody>
      <dsp:txXfrm>
        <a:off x="8727435" y="1172141"/>
        <a:ext cx="2471571" cy="38010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732DEF-0B31-4B1C-9088-91BC3358202F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BBF24D-8376-4905-AA2B-AE87222182DE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D188F-0184-4C75-A4FB-BCD1BEBE1EA6}">
      <dsp:nvSpPr>
        <dsp:cNvPr id="0" name=""/>
        <dsp:cNvSpPr/>
      </dsp:nvSpPr>
      <dsp:spPr>
        <a:xfrm>
          <a:off x="1435590" y="53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Transformer input/output data and feed output are stream of documents where each document consist of named fields</a:t>
          </a:r>
        </a:p>
      </dsp:txBody>
      <dsp:txXfrm>
        <a:off x="1435590" y="531"/>
        <a:ext cx="4732020" cy="1242935"/>
      </dsp:txXfrm>
    </dsp:sp>
    <dsp:sp modelId="{2BF35C48-C319-4D3D-9AD7-5CE4FE71415B}">
      <dsp:nvSpPr>
        <dsp:cNvPr id="0" name=""/>
        <dsp:cNvSpPr/>
      </dsp:nvSpPr>
      <dsp:spPr>
        <a:xfrm>
          <a:off x="6167610" y="53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Common field names and parameters are reserved/standardized </a:t>
          </a:r>
        </a:p>
      </dsp:txBody>
      <dsp:txXfrm>
        <a:off x="6167610" y="531"/>
        <a:ext cx="4347989" cy="1242935"/>
      </dsp:txXfrm>
    </dsp:sp>
    <dsp:sp modelId="{40C9CBFB-7B0B-45CC-9E71-35427F76CCF7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2B273-DD48-4AEE-94D5-93ACDD0263F0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34B41-4541-4F69-9C72-2ABB53A16CE2}">
      <dsp:nvSpPr>
        <dsp:cNvPr id="0" name=""/>
        <dsp:cNvSpPr/>
      </dsp:nvSpPr>
      <dsp:spPr>
        <a:xfrm>
          <a:off x="1435590" y="155420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feed is described (externally) by the list of  fields it has in it output document and the list of modifiable parameters</a:t>
          </a:r>
        </a:p>
      </dsp:txBody>
      <dsp:txXfrm>
        <a:off x="1435590" y="1554201"/>
        <a:ext cx="4732020" cy="1242935"/>
      </dsp:txXfrm>
    </dsp:sp>
    <dsp:sp modelId="{B7F39227-44BF-490B-AEDA-8D610643BE6F}">
      <dsp:nvSpPr>
        <dsp:cNvPr id="0" name=""/>
        <dsp:cNvSpPr/>
      </dsp:nvSpPr>
      <dsp:spPr>
        <a:xfrm>
          <a:off x="6167610" y="155420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 parameter has name, type and mandatory default value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Internal description might have additional structure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Common field names and parameters are reserved/standardized</a:t>
          </a:r>
        </a:p>
      </dsp:txBody>
      <dsp:txXfrm>
        <a:off x="6167610" y="1554201"/>
        <a:ext cx="4347989" cy="1242935"/>
      </dsp:txXfrm>
    </dsp:sp>
    <dsp:sp modelId="{B1BD8910-2BCD-4DBA-AC77-3E77926DECCD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99AF8-D381-4E3F-9A16-54CB6FA525A4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092B8-1F23-4695-A112-A4BEB3E64123}">
      <dsp:nvSpPr>
        <dsp:cNvPr id="0" name=""/>
        <dsp:cNvSpPr/>
      </dsp:nvSpPr>
      <dsp:spPr>
        <a:xfrm>
          <a:off x="1435590" y="3107870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Transformer is described (externally) by the list of required input document fields, the list of output document fields and the list of modifiable parameters </a:t>
          </a:r>
        </a:p>
      </dsp:txBody>
      <dsp:txXfrm>
        <a:off x="1435590" y="3107870"/>
        <a:ext cx="4732020" cy="1242935"/>
      </dsp:txXfrm>
    </dsp:sp>
    <dsp:sp modelId="{0765A98F-66CA-41D0-96AE-3F619128256E}">
      <dsp:nvSpPr>
        <dsp:cNvPr id="0" name=""/>
        <dsp:cNvSpPr/>
      </dsp:nvSpPr>
      <dsp:spPr>
        <a:xfrm>
          <a:off x="6167610" y="3107870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 parameter has name, type and mandatory default value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Internal description might have additional structure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Common field names and parameters are reserved/standardized</a:t>
          </a:r>
        </a:p>
      </dsp:txBody>
      <dsp:txXfrm>
        <a:off x="6167610" y="3107870"/>
        <a:ext cx="434798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406093-6CC3-4CA2-9DEE-C6E9F33D9F54}">
      <dsp:nvSpPr>
        <dsp:cNvPr id="0" name=""/>
        <dsp:cNvSpPr/>
      </dsp:nvSpPr>
      <dsp:spPr>
        <a:xfrm>
          <a:off x="0" y="3922021"/>
          <a:ext cx="2628900" cy="4291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06680" rIns="186967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Publish</a:t>
          </a:r>
        </a:p>
      </dsp:txBody>
      <dsp:txXfrm>
        <a:off x="0" y="3922021"/>
        <a:ext cx="2628900" cy="429184"/>
      </dsp:txXfrm>
    </dsp:sp>
    <dsp:sp modelId="{BE06D655-BF51-481F-8180-CCE63E34E510}">
      <dsp:nvSpPr>
        <dsp:cNvPr id="0" name=""/>
        <dsp:cNvSpPr/>
      </dsp:nvSpPr>
      <dsp:spPr>
        <a:xfrm>
          <a:off x="2628900" y="3922021"/>
          <a:ext cx="7886700" cy="42918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39700" rIns="159980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Fill feed attribute (name, description, visibility) and publish</a:t>
          </a:r>
        </a:p>
      </dsp:txBody>
      <dsp:txXfrm>
        <a:off x="2628900" y="3922021"/>
        <a:ext cx="7886700" cy="429184"/>
      </dsp:txXfrm>
    </dsp:sp>
    <dsp:sp modelId="{EB1FACFB-9684-442E-AD4F-E27F2C389E39}">
      <dsp:nvSpPr>
        <dsp:cNvPr id="0" name=""/>
        <dsp:cNvSpPr/>
      </dsp:nvSpPr>
      <dsp:spPr>
        <a:xfrm rot="10800000">
          <a:off x="0" y="3268373"/>
          <a:ext cx="2628900" cy="66008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06680" rIns="186967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Preview</a:t>
          </a:r>
        </a:p>
      </dsp:txBody>
      <dsp:txXfrm rot="-10800000">
        <a:off x="0" y="3268373"/>
        <a:ext cx="2628900" cy="429055"/>
      </dsp:txXfrm>
    </dsp:sp>
    <dsp:sp modelId="{6C8211D2-18A4-4658-8663-C5F8801C107C}">
      <dsp:nvSpPr>
        <dsp:cNvPr id="0" name=""/>
        <dsp:cNvSpPr/>
      </dsp:nvSpPr>
      <dsp:spPr>
        <a:xfrm>
          <a:off x="2628900" y="3268373"/>
          <a:ext cx="7886700" cy="42905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39700" rIns="159980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Generate preview if cost under current wallet credit, each preview reduce credit</a:t>
          </a:r>
        </a:p>
      </dsp:txBody>
      <dsp:txXfrm>
        <a:off x="2628900" y="3268373"/>
        <a:ext cx="7886700" cy="429055"/>
      </dsp:txXfrm>
    </dsp:sp>
    <dsp:sp modelId="{F79F738A-72D5-4C59-A205-304142F386AE}">
      <dsp:nvSpPr>
        <dsp:cNvPr id="0" name=""/>
        <dsp:cNvSpPr/>
      </dsp:nvSpPr>
      <dsp:spPr>
        <a:xfrm rot="10800000">
          <a:off x="0" y="2614724"/>
          <a:ext cx="2628900" cy="66008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06680" rIns="186967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Edit o/o mapping</a:t>
          </a:r>
        </a:p>
      </dsp:txBody>
      <dsp:txXfrm rot="-10800000">
        <a:off x="0" y="2614724"/>
        <a:ext cx="2628900" cy="429055"/>
      </dsp:txXfrm>
    </dsp:sp>
    <dsp:sp modelId="{8F163897-B421-41D6-9689-F2C32225F0D2}">
      <dsp:nvSpPr>
        <dsp:cNvPr id="0" name=""/>
        <dsp:cNvSpPr/>
      </dsp:nvSpPr>
      <dsp:spPr>
        <a:xfrm>
          <a:off x="2628900" y="2614724"/>
          <a:ext cx="7886700" cy="42905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39700" rIns="159980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Edit default mapping from transformer output fields to new feed output field</a:t>
          </a:r>
        </a:p>
      </dsp:txBody>
      <dsp:txXfrm>
        <a:off x="2628900" y="2614724"/>
        <a:ext cx="7886700" cy="429055"/>
      </dsp:txXfrm>
    </dsp:sp>
    <dsp:sp modelId="{F688BFC3-1D88-4609-A53F-9F8EA117CC77}">
      <dsp:nvSpPr>
        <dsp:cNvPr id="0" name=""/>
        <dsp:cNvSpPr/>
      </dsp:nvSpPr>
      <dsp:spPr>
        <a:xfrm rot="10800000">
          <a:off x="0" y="1961076"/>
          <a:ext cx="2628900" cy="66008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06680" rIns="186967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Edit </a:t>
          </a:r>
          <a:r>
            <a:rPr lang="en-US" sz="1500" kern="1200" dirty="0" err="1"/>
            <a:t>i</a:t>
          </a:r>
          <a:r>
            <a:rPr lang="en-US" sz="1500" kern="1200" dirty="0"/>
            <a:t>/o mapping</a:t>
          </a:r>
        </a:p>
      </dsp:txBody>
      <dsp:txXfrm rot="-10800000">
        <a:off x="0" y="1961076"/>
        <a:ext cx="2628900" cy="429055"/>
      </dsp:txXfrm>
    </dsp:sp>
    <dsp:sp modelId="{0C780DA9-F359-4E9A-A698-1C27464A5CEC}">
      <dsp:nvSpPr>
        <dsp:cNvPr id="0" name=""/>
        <dsp:cNvSpPr/>
      </dsp:nvSpPr>
      <dsp:spPr>
        <a:xfrm>
          <a:off x="2628900" y="1961076"/>
          <a:ext cx="7886700" cy="42905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39700" rIns="159980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Edit default mapping from source feed output fields to transformer input placeholders</a:t>
          </a:r>
        </a:p>
      </dsp:txBody>
      <dsp:txXfrm>
        <a:off x="2628900" y="1961076"/>
        <a:ext cx="7886700" cy="429055"/>
      </dsp:txXfrm>
    </dsp:sp>
    <dsp:sp modelId="{DD5D2937-D1E9-44BF-9949-38F5F0CF01CF}">
      <dsp:nvSpPr>
        <dsp:cNvPr id="0" name=""/>
        <dsp:cNvSpPr/>
      </dsp:nvSpPr>
      <dsp:spPr>
        <a:xfrm rot="10800000">
          <a:off x="0" y="1307428"/>
          <a:ext cx="2628900" cy="66008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06680" rIns="186967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Change parameters</a:t>
          </a:r>
        </a:p>
      </dsp:txBody>
      <dsp:txXfrm rot="-10800000">
        <a:off x="0" y="1307428"/>
        <a:ext cx="2628900" cy="429055"/>
      </dsp:txXfrm>
    </dsp:sp>
    <dsp:sp modelId="{2E0A7DB0-D4D3-4A52-B850-CDCCEFB67EE9}">
      <dsp:nvSpPr>
        <dsp:cNvPr id="0" name=""/>
        <dsp:cNvSpPr/>
      </dsp:nvSpPr>
      <dsp:spPr>
        <a:xfrm>
          <a:off x="2628900" y="1307428"/>
          <a:ext cx="7886700" cy="429055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39700" rIns="159980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Change some parameters of source feed or/and transformer(optionally)</a:t>
          </a:r>
        </a:p>
      </dsp:txBody>
      <dsp:txXfrm>
        <a:off x="2628900" y="1307428"/>
        <a:ext cx="7886700" cy="429055"/>
      </dsp:txXfrm>
    </dsp:sp>
    <dsp:sp modelId="{647E8108-E2E8-4AAF-A07C-129526CFEF6C}">
      <dsp:nvSpPr>
        <dsp:cNvPr id="0" name=""/>
        <dsp:cNvSpPr/>
      </dsp:nvSpPr>
      <dsp:spPr>
        <a:xfrm rot="10800000">
          <a:off x="0" y="653780"/>
          <a:ext cx="2628900" cy="66008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06680" rIns="186967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Add transformer</a:t>
          </a:r>
        </a:p>
      </dsp:txBody>
      <dsp:txXfrm rot="-10800000">
        <a:off x="0" y="653780"/>
        <a:ext cx="2628900" cy="429055"/>
      </dsp:txXfrm>
    </dsp:sp>
    <dsp:sp modelId="{3FF74578-CD0A-4403-93EF-AFC7AD2E0206}">
      <dsp:nvSpPr>
        <dsp:cNvPr id="0" name=""/>
        <dsp:cNvSpPr/>
      </dsp:nvSpPr>
      <dsp:spPr>
        <a:xfrm>
          <a:off x="2628900" y="653780"/>
          <a:ext cx="7886700" cy="42905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39700" rIns="159980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Optionally, add transformer from the transformer catalogue</a:t>
          </a:r>
        </a:p>
      </dsp:txBody>
      <dsp:txXfrm>
        <a:off x="2628900" y="653780"/>
        <a:ext cx="7886700" cy="429055"/>
      </dsp:txXfrm>
    </dsp:sp>
    <dsp:sp modelId="{827D6336-D9C3-4A10-9966-231EF066BE1E}">
      <dsp:nvSpPr>
        <dsp:cNvPr id="0" name=""/>
        <dsp:cNvSpPr/>
      </dsp:nvSpPr>
      <dsp:spPr>
        <a:xfrm rot="10800000">
          <a:off x="0" y="131"/>
          <a:ext cx="2628900" cy="66008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06680" rIns="186967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Select source feed</a:t>
          </a:r>
        </a:p>
      </dsp:txBody>
      <dsp:txXfrm rot="-10800000">
        <a:off x="0" y="131"/>
        <a:ext cx="2628900" cy="429055"/>
      </dsp:txXfrm>
    </dsp:sp>
    <dsp:sp modelId="{C05D6950-5442-458D-81E5-A6033BD495F8}">
      <dsp:nvSpPr>
        <dsp:cNvPr id="0" name=""/>
        <dsp:cNvSpPr/>
      </dsp:nvSpPr>
      <dsp:spPr>
        <a:xfrm>
          <a:off x="2628900" y="131"/>
          <a:ext cx="7886700" cy="42905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39700" rIns="159980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Select source feed from the catalogue</a:t>
          </a:r>
        </a:p>
      </dsp:txBody>
      <dsp:txXfrm>
        <a:off x="2628900" y="131"/>
        <a:ext cx="7886700" cy="4290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AC2912-3902-466A-ACB0-53AFA101A8CD}">
      <dsp:nvSpPr>
        <dsp:cNvPr id="0" name=""/>
        <dsp:cNvSpPr/>
      </dsp:nvSpPr>
      <dsp:spPr>
        <a:xfrm>
          <a:off x="0" y="3922021"/>
          <a:ext cx="2628900" cy="4291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99568" rIns="186967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Publish</a:t>
          </a:r>
        </a:p>
      </dsp:txBody>
      <dsp:txXfrm>
        <a:off x="0" y="3922021"/>
        <a:ext cx="2628900" cy="429184"/>
      </dsp:txXfrm>
    </dsp:sp>
    <dsp:sp modelId="{B6E9102A-0BD9-431E-97CB-73EB1DA4B16B}">
      <dsp:nvSpPr>
        <dsp:cNvPr id="0" name=""/>
        <dsp:cNvSpPr/>
      </dsp:nvSpPr>
      <dsp:spPr>
        <a:xfrm>
          <a:off x="2628900" y="3922021"/>
          <a:ext cx="7886700" cy="42918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39700" rIns="159980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Fill transformer attributes (name, description visibility) and publish</a:t>
          </a:r>
        </a:p>
      </dsp:txBody>
      <dsp:txXfrm>
        <a:off x="2628900" y="3922021"/>
        <a:ext cx="7886700" cy="429184"/>
      </dsp:txXfrm>
    </dsp:sp>
    <dsp:sp modelId="{6FD9B48F-4905-44EB-92B6-20F266F35DDF}">
      <dsp:nvSpPr>
        <dsp:cNvPr id="0" name=""/>
        <dsp:cNvSpPr/>
      </dsp:nvSpPr>
      <dsp:spPr>
        <a:xfrm rot="10800000">
          <a:off x="0" y="3268373"/>
          <a:ext cx="2628900" cy="66008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242561"/>
            <a:satOff val="-13988"/>
            <a:lumOff val="1438"/>
            <a:alphaOff val="0"/>
          </a:schemeClr>
        </a:solidFill>
        <a:ln w="25400" cap="flat" cmpd="sng" algn="ctr">
          <a:solidFill>
            <a:schemeClr val="accent2">
              <a:hueOff val="-242561"/>
              <a:satOff val="-13988"/>
              <a:lumOff val="14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99568" rIns="186967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Generate preview</a:t>
          </a:r>
        </a:p>
      </dsp:txBody>
      <dsp:txXfrm rot="-10800000">
        <a:off x="0" y="3268373"/>
        <a:ext cx="2628900" cy="429055"/>
      </dsp:txXfrm>
    </dsp:sp>
    <dsp:sp modelId="{C04DFB78-735A-4FF4-B9B2-0F4BEB5811EF}">
      <dsp:nvSpPr>
        <dsp:cNvPr id="0" name=""/>
        <dsp:cNvSpPr/>
      </dsp:nvSpPr>
      <dsp:spPr>
        <a:xfrm>
          <a:off x="2628900" y="3268373"/>
          <a:ext cx="7886700" cy="429055"/>
        </a:xfrm>
        <a:prstGeom prst="rect">
          <a:avLst/>
        </a:prstGeom>
        <a:solidFill>
          <a:schemeClr val="accent2">
            <a:tint val="40000"/>
            <a:alpha val="90000"/>
            <a:hueOff val="-141538"/>
            <a:satOff val="-12558"/>
            <a:lumOff val="-128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-141538"/>
              <a:satOff val="-12558"/>
              <a:lumOff val="-1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39700" rIns="159980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Generate preview if cost under credit </a:t>
          </a:r>
        </a:p>
      </dsp:txBody>
      <dsp:txXfrm>
        <a:off x="2628900" y="3268373"/>
        <a:ext cx="7886700" cy="429055"/>
      </dsp:txXfrm>
    </dsp:sp>
    <dsp:sp modelId="{46806410-4F80-4BB6-B6DB-8B57A74AF61D}">
      <dsp:nvSpPr>
        <dsp:cNvPr id="0" name=""/>
        <dsp:cNvSpPr/>
      </dsp:nvSpPr>
      <dsp:spPr>
        <a:xfrm rot="10800000">
          <a:off x="0" y="2614724"/>
          <a:ext cx="2628900" cy="66008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254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99568" rIns="186967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Select test feed</a:t>
          </a:r>
        </a:p>
      </dsp:txBody>
      <dsp:txXfrm rot="-10800000">
        <a:off x="0" y="2614724"/>
        <a:ext cx="2628900" cy="429055"/>
      </dsp:txXfrm>
    </dsp:sp>
    <dsp:sp modelId="{EFDDF0DC-FC7A-41F8-98DC-561066345142}">
      <dsp:nvSpPr>
        <dsp:cNvPr id="0" name=""/>
        <dsp:cNvSpPr/>
      </dsp:nvSpPr>
      <dsp:spPr>
        <a:xfrm>
          <a:off x="2628900" y="2614724"/>
          <a:ext cx="7886700" cy="429055"/>
        </a:xfrm>
        <a:prstGeom prst="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39700" rIns="159980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Select test feed </a:t>
          </a:r>
        </a:p>
      </dsp:txBody>
      <dsp:txXfrm>
        <a:off x="2628900" y="2614724"/>
        <a:ext cx="7886700" cy="429055"/>
      </dsp:txXfrm>
    </dsp:sp>
    <dsp:sp modelId="{DC4C84CC-882C-402E-A37B-41512725109E}">
      <dsp:nvSpPr>
        <dsp:cNvPr id="0" name=""/>
        <dsp:cNvSpPr/>
      </dsp:nvSpPr>
      <dsp:spPr>
        <a:xfrm rot="10800000">
          <a:off x="0" y="1961076"/>
          <a:ext cx="2628900" cy="66008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254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99568" rIns="186967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Edit mapping</a:t>
          </a:r>
        </a:p>
      </dsp:txBody>
      <dsp:txXfrm rot="-10800000">
        <a:off x="0" y="1961076"/>
        <a:ext cx="2628900" cy="429055"/>
      </dsp:txXfrm>
    </dsp:sp>
    <dsp:sp modelId="{58C92A45-A639-4C53-97FA-321096C4D1D6}">
      <dsp:nvSpPr>
        <dsp:cNvPr id="0" name=""/>
        <dsp:cNvSpPr/>
      </dsp:nvSpPr>
      <dsp:spPr>
        <a:xfrm>
          <a:off x="2628900" y="1961076"/>
          <a:ext cx="7886700" cy="429055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39700" rIns="159980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Edit I/O and O/O mapping for each transformer</a:t>
          </a:r>
        </a:p>
      </dsp:txBody>
      <dsp:txXfrm>
        <a:off x="2628900" y="1961076"/>
        <a:ext cx="7886700" cy="429055"/>
      </dsp:txXfrm>
    </dsp:sp>
    <dsp:sp modelId="{6B202835-D485-4D93-8D94-2B8968D3220E}">
      <dsp:nvSpPr>
        <dsp:cNvPr id="0" name=""/>
        <dsp:cNvSpPr/>
      </dsp:nvSpPr>
      <dsp:spPr>
        <a:xfrm rot="10800000">
          <a:off x="0" y="1307428"/>
          <a:ext cx="2628900" cy="66008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254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99568" rIns="186967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Change parameters</a:t>
          </a:r>
        </a:p>
      </dsp:txBody>
      <dsp:txXfrm rot="-10800000">
        <a:off x="0" y="1307428"/>
        <a:ext cx="2628900" cy="429055"/>
      </dsp:txXfrm>
    </dsp:sp>
    <dsp:sp modelId="{30876283-5D6A-43CA-AE67-35C2B3622498}">
      <dsp:nvSpPr>
        <dsp:cNvPr id="0" name=""/>
        <dsp:cNvSpPr/>
      </dsp:nvSpPr>
      <dsp:spPr>
        <a:xfrm>
          <a:off x="2628900" y="1307428"/>
          <a:ext cx="7886700" cy="429055"/>
        </a:xfrm>
        <a:prstGeom prst="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39700" rIns="159980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Change parameters</a:t>
          </a:r>
        </a:p>
      </dsp:txBody>
      <dsp:txXfrm>
        <a:off x="2628900" y="1307428"/>
        <a:ext cx="7886700" cy="429055"/>
      </dsp:txXfrm>
    </dsp:sp>
    <dsp:sp modelId="{C9D351D4-0E67-4BAA-88F7-90C67E968A9E}">
      <dsp:nvSpPr>
        <dsp:cNvPr id="0" name=""/>
        <dsp:cNvSpPr/>
      </dsp:nvSpPr>
      <dsp:spPr>
        <a:xfrm rot="10800000">
          <a:off x="0" y="653780"/>
          <a:ext cx="2628900" cy="66008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1212803"/>
            <a:satOff val="-69940"/>
            <a:lumOff val="7190"/>
            <a:alphaOff val="0"/>
          </a:schemeClr>
        </a:solidFill>
        <a:ln w="25400" cap="flat" cmpd="sng" algn="ctr">
          <a:solidFill>
            <a:schemeClr val="accent2">
              <a:hueOff val="-1212803"/>
              <a:satOff val="-69940"/>
              <a:lumOff val="71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99568" rIns="186967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Order chain</a:t>
          </a:r>
        </a:p>
      </dsp:txBody>
      <dsp:txXfrm rot="-10800000">
        <a:off x="0" y="653780"/>
        <a:ext cx="2628900" cy="429055"/>
      </dsp:txXfrm>
    </dsp:sp>
    <dsp:sp modelId="{939F268B-461E-48E2-AD20-D0D7793A0BB7}">
      <dsp:nvSpPr>
        <dsp:cNvPr id="0" name=""/>
        <dsp:cNvSpPr/>
      </dsp:nvSpPr>
      <dsp:spPr>
        <a:xfrm>
          <a:off x="2628900" y="653780"/>
          <a:ext cx="7886700" cy="429055"/>
        </a:xfrm>
        <a:prstGeom prst="rect">
          <a:avLst/>
        </a:prstGeom>
        <a:solidFill>
          <a:schemeClr val="accent2">
            <a:tint val="40000"/>
            <a:alpha val="90000"/>
            <a:hueOff val="-707688"/>
            <a:satOff val="-62788"/>
            <a:lumOff val="-64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-707688"/>
              <a:satOff val="-62788"/>
              <a:lumOff val="-6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39700" rIns="159980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Order according to desired chain order</a:t>
          </a:r>
        </a:p>
      </dsp:txBody>
      <dsp:txXfrm>
        <a:off x="2628900" y="653780"/>
        <a:ext cx="7886700" cy="429055"/>
      </dsp:txXfrm>
    </dsp:sp>
    <dsp:sp modelId="{BC44A305-15F9-40CE-8B5C-76C88DDB3FB1}">
      <dsp:nvSpPr>
        <dsp:cNvPr id="0" name=""/>
        <dsp:cNvSpPr/>
      </dsp:nvSpPr>
      <dsp:spPr>
        <a:xfrm rot="10800000">
          <a:off x="0" y="131"/>
          <a:ext cx="2628900" cy="66008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254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99568" rIns="186967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Select source transformers</a:t>
          </a:r>
        </a:p>
      </dsp:txBody>
      <dsp:txXfrm rot="-10800000">
        <a:off x="0" y="131"/>
        <a:ext cx="2628900" cy="429055"/>
      </dsp:txXfrm>
    </dsp:sp>
    <dsp:sp modelId="{6499984A-DF4E-4B1F-BDFB-7C191F2FA773}">
      <dsp:nvSpPr>
        <dsp:cNvPr id="0" name=""/>
        <dsp:cNvSpPr/>
      </dsp:nvSpPr>
      <dsp:spPr>
        <a:xfrm>
          <a:off x="2628900" y="131"/>
          <a:ext cx="7886700" cy="429055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39700" rIns="159980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Select source transformers by adding to the source list</a:t>
          </a:r>
        </a:p>
      </dsp:txBody>
      <dsp:txXfrm>
        <a:off x="2628900" y="131"/>
        <a:ext cx="7886700" cy="4290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DAD2DB-2E85-4A64-9DE2-2CF370096A7D}">
      <dsp:nvSpPr>
        <dsp:cNvPr id="0" name=""/>
        <dsp:cNvSpPr/>
      </dsp:nvSpPr>
      <dsp:spPr>
        <a:xfrm>
          <a:off x="0" y="682"/>
          <a:ext cx="6245265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947BA2-2AAB-40B4-8EF5-CBD0560FE16C}">
      <dsp:nvSpPr>
        <dsp:cNvPr id="0" name=""/>
        <dsp:cNvSpPr/>
      </dsp:nvSpPr>
      <dsp:spPr>
        <a:xfrm>
          <a:off x="173370" y="129635"/>
          <a:ext cx="315219" cy="3152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7154BE-8821-46F2-BFC5-EAD1484841D4}">
      <dsp:nvSpPr>
        <dsp:cNvPr id="0" name=""/>
        <dsp:cNvSpPr/>
      </dsp:nvSpPr>
      <dsp:spPr>
        <a:xfrm>
          <a:off x="661960" y="682"/>
          <a:ext cx="5583304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1.Login/Signup/Restore Password</a:t>
          </a:r>
        </a:p>
      </dsp:txBody>
      <dsp:txXfrm>
        <a:off x="661960" y="682"/>
        <a:ext cx="5583304" cy="573126"/>
      </dsp:txXfrm>
    </dsp:sp>
    <dsp:sp modelId="{0D3CE2AA-7342-4847-BD77-6E752C18608D}">
      <dsp:nvSpPr>
        <dsp:cNvPr id="0" name=""/>
        <dsp:cNvSpPr/>
      </dsp:nvSpPr>
      <dsp:spPr>
        <a:xfrm>
          <a:off x="0" y="717090"/>
          <a:ext cx="6245265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000A58-081C-4C2B-B3A2-E0A3BAE1F9BE}">
      <dsp:nvSpPr>
        <dsp:cNvPr id="0" name=""/>
        <dsp:cNvSpPr/>
      </dsp:nvSpPr>
      <dsp:spPr>
        <a:xfrm>
          <a:off x="173370" y="846043"/>
          <a:ext cx="315219" cy="3152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82195-029F-44F6-BDBC-FF53658741E1}">
      <dsp:nvSpPr>
        <dsp:cNvPr id="0" name=""/>
        <dsp:cNvSpPr/>
      </dsp:nvSpPr>
      <dsp:spPr>
        <a:xfrm>
          <a:off x="661960" y="717090"/>
          <a:ext cx="5583304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2. Browse and search feeds and transformers catalogue</a:t>
          </a:r>
        </a:p>
      </dsp:txBody>
      <dsp:txXfrm>
        <a:off x="661960" y="717090"/>
        <a:ext cx="5583304" cy="573126"/>
      </dsp:txXfrm>
    </dsp:sp>
    <dsp:sp modelId="{34F47C53-5456-4F54-9D1D-D9E02497348E}">
      <dsp:nvSpPr>
        <dsp:cNvPr id="0" name=""/>
        <dsp:cNvSpPr/>
      </dsp:nvSpPr>
      <dsp:spPr>
        <a:xfrm>
          <a:off x="0" y="1433498"/>
          <a:ext cx="6245265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D55CA3-DF91-43F8-B793-3100501F5024}">
      <dsp:nvSpPr>
        <dsp:cNvPr id="0" name=""/>
        <dsp:cNvSpPr/>
      </dsp:nvSpPr>
      <dsp:spPr>
        <a:xfrm>
          <a:off x="173370" y="1562451"/>
          <a:ext cx="315219" cy="3152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19B7A-E2C3-4BA4-9650-C7287F81EE5C}">
      <dsp:nvSpPr>
        <dsp:cNvPr id="0" name=""/>
        <dsp:cNvSpPr/>
      </dsp:nvSpPr>
      <dsp:spPr>
        <a:xfrm>
          <a:off x="661960" y="1433498"/>
          <a:ext cx="5583304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3. Create/preview new feed and transformers</a:t>
          </a:r>
        </a:p>
      </dsp:txBody>
      <dsp:txXfrm>
        <a:off x="661960" y="1433498"/>
        <a:ext cx="5583304" cy="573126"/>
      </dsp:txXfrm>
    </dsp:sp>
    <dsp:sp modelId="{0B53C72D-A209-4ED7-9C6C-30BFF2F8D976}">
      <dsp:nvSpPr>
        <dsp:cNvPr id="0" name=""/>
        <dsp:cNvSpPr/>
      </dsp:nvSpPr>
      <dsp:spPr>
        <a:xfrm>
          <a:off x="0" y="2149906"/>
          <a:ext cx="6245265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DF3ACA-5B18-49FA-875E-FE33089C780B}">
      <dsp:nvSpPr>
        <dsp:cNvPr id="0" name=""/>
        <dsp:cNvSpPr/>
      </dsp:nvSpPr>
      <dsp:spPr>
        <a:xfrm>
          <a:off x="173370" y="2278859"/>
          <a:ext cx="315219" cy="3152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9348A-0CAD-4512-A9B6-E80BC6424066}">
      <dsp:nvSpPr>
        <dsp:cNvPr id="0" name=""/>
        <dsp:cNvSpPr/>
      </dsp:nvSpPr>
      <dsp:spPr>
        <a:xfrm>
          <a:off x="661960" y="2149906"/>
          <a:ext cx="5583304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4. Configure user channel and delivery methods/policies</a:t>
          </a:r>
        </a:p>
      </dsp:txBody>
      <dsp:txXfrm>
        <a:off x="661960" y="2149906"/>
        <a:ext cx="5583304" cy="573126"/>
      </dsp:txXfrm>
    </dsp:sp>
    <dsp:sp modelId="{9123D8F0-388D-436B-8524-6B0FA6E79E2F}">
      <dsp:nvSpPr>
        <dsp:cNvPr id="0" name=""/>
        <dsp:cNvSpPr/>
      </dsp:nvSpPr>
      <dsp:spPr>
        <a:xfrm>
          <a:off x="0" y="2866314"/>
          <a:ext cx="6245265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7E48C5-5B57-41E9-A29F-CDC45AF5637E}">
      <dsp:nvSpPr>
        <dsp:cNvPr id="0" name=""/>
        <dsp:cNvSpPr/>
      </dsp:nvSpPr>
      <dsp:spPr>
        <a:xfrm>
          <a:off x="173370" y="2995267"/>
          <a:ext cx="315219" cy="31521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A8CAAA-3DB5-46B0-938E-5A84A832EEF9}">
      <dsp:nvSpPr>
        <dsp:cNvPr id="0" name=""/>
        <dsp:cNvSpPr/>
      </dsp:nvSpPr>
      <dsp:spPr>
        <a:xfrm>
          <a:off x="661960" y="2866314"/>
          <a:ext cx="5583304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5. Manage user wallet and subscriptions</a:t>
          </a:r>
        </a:p>
      </dsp:txBody>
      <dsp:txXfrm>
        <a:off x="661960" y="2866314"/>
        <a:ext cx="5583304" cy="573126"/>
      </dsp:txXfrm>
    </dsp:sp>
    <dsp:sp modelId="{C701126D-A28D-4726-B60B-3C8F85CC692B}">
      <dsp:nvSpPr>
        <dsp:cNvPr id="0" name=""/>
        <dsp:cNvSpPr/>
      </dsp:nvSpPr>
      <dsp:spPr>
        <a:xfrm>
          <a:off x="0" y="3582722"/>
          <a:ext cx="6245265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A218A8-CD9F-4232-BD60-A6871114CE6A}">
      <dsp:nvSpPr>
        <dsp:cNvPr id="0" name=""/>
        <dsp:cNvSpPr/>
      </dsp:nvSpPr>
      <dsp:spPr>
        <a:xfrm>
          <a:off x="173370" y="3711675"/>
          <a:ext cx="315219" cy="31521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482DC-C2F5-475A-9F7E-5254CAB7BFD9}">
      <dsp:nvSpPr>
        <dsp:cNvPr id="0" name=""/>
        <dsp:cNvSpPr/>
      </dsp:nvSpPr>
      <dsp:spPr>
        <a:xfrm>
          <a:off x="661960" y="3582722"/>
          <a:ext cx="5583304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6. Consume content via various channels</a:t>
          </a:r>
        </a:p>
      </dsp:txBody>
      <dsp:txXfrm>
        <a:off x="661960" y="3582722"/>
        <a:ext cx="5583304" cy="573126"/>
      </dsp:txXfrm>
    </dsp:sp>
    <dsp:sp modelId="{14DAB3D6-6919-47D2-8BFA-E946637826AE}">
      <dsp:nvSpPr>
        <dsp:cNvPr id="0" name=""/>
        <dsp:cNvSpPr/>
      </dsp:nvSpPr>
      <dsp:spPr>
        <a:xfrm>
          <a:off x="0" y="4299130"/>
          <a:ext cx="6245265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59E68-6D64-4DEB-9AAB-CA3210260951}">
      <dsp:nvSpPr>
        <dsp:cNvPr id="0" name=""/>
        <dsp:cNvSpPr/>
      </dsp:nvSpPr>
      <dsp:spPr>
        <a:xfrm>
          <a:off x="173370" y="4428083"/>
          <a:ext cx="315219" cy="31521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E37C46-0D9E-4381-B2A4-CF50342F6A59}">
      <dsp:nvSpPr>
        <dsp:cNvPr id="0" name=""/>
        <dsp:cNvSpPr/>
      </dsp:nvSpPr>
      <dsp:spPr>
        <a:xfrm>
          <a:off x="661960" y="4299130"/>
          <a:ext cx="5583304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7. Engage in community, feedback and sharing  </a:t>
          </a:r>
        </a:p>
      </dsp:txBody>
      <dsp:txXfrm>
        <a:off x="661960" y="4299130"/>
        <a:ext cx="5583304" cy="573126"/>
      </dsp:txXfrm>
    </dsp:sp>
    <dsp:sp modelId="{F4504A54-6055-41BC-A6BB-81ABE36687B0}">
      <dsp:nvSpPr>
        <dsp:cNvPr id="0" name=""/>
        <dsp:cNvSpPr/>
      </dsp:nvSpPr>
      <dsp:spPr>
        <a:xfrm>
          <a:off x="0" y="5015538"/>
          <a:ext cx="6245265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B3546D-AFF6-4D5F-B165-CF3254FBB784}">
      <dsp:nvSpPr>
        <dsp:cNvPr id="0" name=""/>
        <dsp:cNvSpPr/>
      </dsp:nvSpPr>
      <dsp:spPr>
        <a:xfrm>
          <a:off x="173370" y="5144491"/>
          <a:ext cx="315219" cy="315219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DFC0B-6D8D-4B2F-A1D0-040D9B25F7CF}">
      <dsp:nvSpPr>
        <dsp:cNvPr id="0" name=""/>
        <dsp:cNvSpPr/>
      </dsp:nvSpPr>
      <dsp:spPr>
        <a:xfrm>
          <a:off x="661960" y="5015538"/>
          <a:ext cx="5583304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8. View analytics and transaction history on payments and consumption</a:t>
          </a:r>
        </a:p>
      </dsp:txBody>
      <dsp:txXfrm>
        <a:off x="661960" y="5015538"/>
        <a:ext cx="5583304" cy="5731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313FB-D64A-4C03-B98B-A97846508EA9}">
      <dsp:nvSpPr>
        <dsp:cNvPr id="0" name=""/>
        <dsp:cNvSpPr/>
      </dsp:nvSpPr>
      <dsp:spPr>
        <a:xfrm>
          <a:off x="-1197942" y="6897"/>
          <a:ext cx="11058330" cy="12392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D507DA-857F-4035-BE86-A3259D89DEA1}">
      <dsp:nvSpPr>
        <dsp:cNvPr id="0" name=""/>
        <dsp:cNvSpPr/>
      </dsp:nvSpPr>
      <dsp:spPr>
        <a:xfrm>
          <a:off x="-823054" y="285739"/>
          <a:ext cx="681613" cy="681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BECDD-0C20-4181-A96B-4982D6FDBE37}">
      <dsp:nvSpPr>
        <dsp:cNvPr id="0" name=""/>
        <dsp:cNvSpPr/>
      </dsp:nvSpPr>
      <dsp:spPr>
        <a:xfrm>
          <a:off x="233446" y="6897"/>
          <a:ext cx="4976248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Feeds</a:t>
          </a:r>
        </a:p>
      </dsp:txBody>
      <dsp:txXfrm>
        <a:off x="233446" y="6897"/>
        <a:ext cx="4976248" cy="1239298"/>
      </dsp:txXfrm>
    </dsp:sp>
    <dsp:sp modelId="{C497F293-0575-49AA-9B00-8FCB1C6B8A13}">
      <dsp:nvSpPr>
        <dsp:cNvPr id="0" name=""/>
        <dsp:cNvSpPr/>
      </dsp:nvSpPr>
      <dsp:spPr>
        <a:xfrm>
          <a:off x="2833483" y="6897"/>
          <a:ext cx="9400317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Feeds generates new documents when updated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Feeds are defined using other “source” feeds and possibly null transformer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Atomic feeds are just external content API calls and has no source feed or transformer</a:t>
          </a:r>
        </a:p>
      </dsp:txBody>
      <dsp:txXfrm>
        <a:off x="2833483" y="6897"/>
        <a:ext cx="9400317" cy="1239298"/>
      </dsp:txXfrm>
    </dsp:sp>
    <dsp:sp modelId="{90737EEC-5AFC-49F1-89C7-CCCB801DB679}">
      <dsp:nvSpPr>
        <dsp:cNvPr id="0" name=""/>
        <dsp:cNvSpPr/>
      </dsp:nvSpPr>
      <dsp:spPr>
        <a:xfrm>
          <a:off x="-1197942" y="1556019"/>
          <a:ext cx="11058330" cy="12392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240AA6-C90E-4C48-959D-4EE0C2094C63}">
      <dsp:nvSpPr>
        <dsp:cNvPr id="0" name=""/>
        <dsp:cNvSpPr/>
      </dsp:nvSpPr>
      <dsp:spPr>
        <a:xfrm>
          <a:off x="-823054" y="1834862"/>
          <a:ext cx="681613" cy="681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BBF75-30AB-40A0-B53D-C6EE91E1E0DA}">
      <dsp:nvSpPr>
        <dsp:cNvPr id="0" name=""/>
        <dsp:cNvSpPr/>
      </dsp:nvSpPr>
      <dsp:spPr>
        <a:xfrm>
          <a:off x="233446" y="1556019"/>
          <a:ext cx="4976248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Transformers</a:t>
          </a:r>
        </a:p>
      </dsp:txBody>
      <dsp:txXfrm>
        <a:off x="233446" y="1556019"/>
        <a:ext cx="4976248" cy="1239298"/>
      </dsp:txXfrm>
    </dsp:sp>
    <dsp:sp modelId="{078E6694-1C2D-4F15-A6E5-C420D60C5D8B}">
      <dsp:nvSpPr>
        <dsp:cNvPr id="0" name=""/>
        <dsp:cNvSpPr/>
      </dsp:nvSpPr>
      <dsp:spPr>
        <a:xfrm>
          <a:off x="2811011" y="1556019"/>
          <a:ext cx="9445262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 single transformers is applied to an input feed and produce an output feed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New transformer can be created from a chain (possibly NULL) of existing transformers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 single transformer invocation processes a document in input feed and returns a doc for the output feed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Atomic transformers are just external model API calls</a:t>
          </a:r>
        </a:p>
      </dsp:txBody>
      <dsp:txXfrm>
        <a:off x="2811011" y="1556019"/>
        <a:ext cx="9445262" cy="1239298"/>
      </dsp:txXfrm>
    </dsp:sp>
    <dsp:sp modelId="{4139A3A0-1D98-4692-8E63-85FF16FE8200}">
      <dsp:nvSpPr>
        <dsp:cNvPr id="0" name=""/>
        <dsp:cNvSpPr/>
      </dsp:nvSpPr>
      <dsp:spPr>
        <a:xfrm>
          <a:off x="-1197942" y="3105142"/>
          <a:ext cx="11058330" cy="12392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C856FF-F5E0-4E2D-A7F9-76E8F1A91AB6}">
      <dsp:nvSpPr>
        <dsp:cNvPr id="0" name=""/>
        <dsp:cNvSpPr/>
      </dsp:nvSpPr>
      <dsp:spPr>
        <a:xfrm>
          <a:off x="-823054" y="3383984"/>
          <a:ext cx="681613" cy="681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98288-77FB-4F5F-AE82-C81D0C9CAD5B}">
      <dsp:nvSpPr>
        <dsp:cNvPr id="0" name=""/>
        <dsp:cNvSpPr/>
      </dsp:nvSpPr>
      <dsp:spPr>
        <a:xfrm>
          <a:off x="233446" y="3105142"/>
          <a:ext cx="4976248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Documents</a:t>
          </a:r>
        </a:p>
      </dsp:txBody>
      <dsp:txXfrm>
        <a:off x="233446" y="3105142"/>
        <a:ext cx="4976248" cy="1239298"/>
      </dsp:txXfrm>
    </dsp:sp>
    <dsp:sp modelId="{F00D015C-7916-4CC0-A3BF-362699498ED6}">
      <dsp:nvSpPr>
        <dsp:cNvPr id="0" name=""/>
        <dsp:cNvSpPr/>
      </dsp:nvSpPr>
      <dsp:spPr>
        <a:xfrm>
          <a:off x="2876290" y="3105142"/>
          <a:ext cx="9314702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Document is a collection of named typed fields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Some field names are reserved and standardized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Fields might contain multimedia items (images , audio, video)</a:t>
          </a:r>
        </a:p>
      </dsp:txBody>
      <dsp:txXfrm>
        <a:off x="2876290" y="3105142"/>
        <a:ext cx="9314702" cy="12392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42AED-7881-4292-810E-2D9017379F03}">
      <dsp:nvSpPr>
        <dsp:cNvPr id="0" name=""/>
        <dsp:cNvSpPr/>
      </dsp:nvSpPr>
      <dsp:spPr>
        <a:xfrm rot="5400000">
          <a:off x="3152509" y="-1205165"/>
          <a:ext cx="709571" cy="33009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Access to man landing pages: my channel/config/playground/catalogue</a:t>
          </a:r>
        </a:p>
      </dsp:txBody>
      <dsp:txXfrm rot="-5400000">
        <a:off x="1856803" y="125179"/>
        <a:ext cx="3266345" cy="640295"/>
      </dsp:txXfrm>
    </dsp:sp>
    <dsp:sp modelId="{32A80CD5-23CD-4E47-BCAA-A40E5C082964}">
      <dsp:nvSpPr>
        <dsp:cNvPr id="0" name=""/>
        <dsp:cNvSpPr/>
      </dsp:nvSpPr>
      <dsp:spPr>
        <a:xfrm>
          <a:off x="0" y="1844"/>
          <a:ext cx="1856803" cy="8869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Navigation header</a:t>
          </a:r>
        </a:p>
      </dsp:txBody>
      <dsp:txXfrm>
        <a:off x="43298" y="45142"/>
        <a:ext cx="1770207" cy="800367"/>
      </dsp:txXfrm>
    </dsp:sp>
    <dsp:sp modelId="{8F3DD9C6-B937-41CD-A3A0-84DDB60B6EF8}">
      <dsp:nvSpPr>
        <dsp:cNvPr id="0" name=""/>
        <dsp:cNvSpPr/>
      </dsp:nvSpPr>
      <dsp:spPr>
        <a:xfrm rot="5400000">
          <a:off x="3152509" y="-273853"/>
          <a:ext cx="709571" cy="33009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Search any elements using free text or typed filters</a:t>
          </a:r>
        </a:p>
      </dsp:txBody>
      <dsp:txXfrm rot="-5400000">
        <a:off x="1856803" y="1056491"/>
        <a:ext cx="3266345" cy="640295"/>
      </dsp:txXfrm>
    </dsp:sp>
    <dsp:sp modelId="{7E54249B-425F-47B9-BCE8-BFC3ABC9A2E7}">
      <dsp:nvSpPr>
        <dsp:cNvPr id="0" name=""/>
        <dsp:cNvSpPr/>
      </dsp:nvSpPr>
      <dsp:spPr>
        <a:xfrm>
          <a:off x="0" y="933156"/>
          <a:ext cx="1856803" cy="8869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Search bar</a:t>
          </a:r>
        </a:p>
      </dsp:txBody>
      <dsp:txXfrm>
        <a:off x="43298" y="976454"/>
        <a:ext cx="1770207" cy="800367"/>
      </dsp:txXfrm>
    </dsp:sp>
    <dsp:sp modelId="{1CB0E9F4-F2D2-40B0-810C-551337D713B7}">
      <dsp:nvSpPr>
        <dsp:cNvPr id="0" name=""/>
        <dsp:cNvSpPr/>
      </dsp:nvSpPr>
      <dsp:spPr>
        <a:xfrm rot="5400000">
          <a:off x="3152509" y="657458"/>
          <a:ext cx="709571" cy="33009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Filter elements by various criteria</a:t>
          </a:r>
        </a:p>
      </dsp:txBody>
      <dsp:txXfrm rot="-5400000">
        <a:off x="1856803" y="1987802"/>
        <a:ext cx="3266345" cy="640295"/>
      </dsp:txXfrm>
    </dsp:sp>
    <dsp:sp modelId="{E8E6F6E0-782A-4DC3-A301-2B6CF6888755}">
      <dsp:nvSpPr>
        <dsp:cNvPr id="0" name=""/>
        <dsp:cNvSpPr/>
      </dsp:nvSpPr>
      <dsp:spPr>
        <a:xfrm>
          <a:off x="0" y="1864468"/>
          <a:ext cx="1856803" cy="8869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Filter pane</a:t>
          </a:r>
        </a:p>
      </dsp:txBody>
      <dsp:txXfrm>
        <a:off x="43298" y="1907766"/>
        <a:ext cx="1770207" cy="800367"/>
      </dsp:txXfrm>
    </dsp:sp>
    <dsp:sp modelId="{2FCEA7ED-6E2D-4B52-99EC-1E73A1EA04F8}">
      <dsp:nvSpPr>
        <dsp:cNvPr id="0" name=""/>
        <dsp:cNvSpPr/>
      </dsp:nvSpPr>
      <dsp:spPr>
        <a:xfrm rot="5400000">
          <a:off x="3152509" y="1588770"/>
          <a:ext cx="709571" cy="33009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Show list(scrollable) of elements with details</a:t>
          </a:r>
        </a:p>
      </dsp:txBody>
      <dsp:txXfrm rot="-5400000">
        <a:off x="1856803" y="2919114"/>
        <a:ext cx="3266345" cy="640295"/>
      </dsp:txXfrm>
    </dsp:sp>
    <dsp:sp modelId="{DAB1BE9A-F478-4D74-A4C9-3C775EB248D9}">
      <dsp:nvSpPr>
        <dsp:cNvPr id="0" name=""/>
        <dsp:cNvSpPr/>
      </dsp:nvSpPr>
      <dsp:spPr>
        <a:xfrm>
          <a:off x="0" y="2795780"/>
          <a:ext cx="1856803" cy="8869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Element List</a:t>
          </a:r>
        </a:p>
      </dsp:txBody>
      <dsp:txXfrm>
        <a:off x="43298" y="2839078"/>
        <a:ext cx="1770207" cy="80036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101AB7-65E5-46E4-B3BA-DBE57A11FC91}">
      <dsp:nvSpPr>
        <dsp:cNvPr id="0" name=""/>
        <dsp:cNvSpPr/>
      </dsp:nvSpPr>
      <dsp:spPr>
        <a:xfrm rot="5400000">
          <a:off x="3271611" y="-1354874"/>
          <a:ext cx="471368" cy="33009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Major landing pages</a:t>
          </a:r>
          <a:endParaRPr lang="en-US" sz="2000" kern="1200"/>
        </a:p>
      </dsp:txBody>
      <dsp:txXfrm rot="-5400000">
        <a:off x="1856804" y="82943"/>
        <a:ext cx="3277973" cy="425348"/>
      </dsp:txXfrm>
    </dsp:sp>
    <dsp:sp modelId="{4DDD9739-D5DF-41EF-982C-B60D71911861}">
      <dsp:nvSpPr>
        <dsp:cNvPr id="0" name=""/>
        <dsp:cNvSpPr/>
      </dsp:nvSpPr>
      <dsp:spPr>
        <a:xfrm>
          <a:off x="0" y="1012"/>
          <a:ext cx="1856803" cy="5892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Navigation header</a:t>
          </a:r>
          <a:endParaRPr lang="en-US" sz="1700" kern="1200"/>
        </a:p>
      </dsp:txBody>
      <dsp:txXfrm>
        <a:off x="28763" y="29775"/>
        <a:ext cx="1799277" cy="531684"/>
      </dsp:txXfrm>
    </dsp:sp>
    <dsp:sp modelId="{61BE7183-6CDA-4AB5-9928-22B07A6BE930}">
      <dsp:nvSpPr>
        <dsp:cNvPr id="0" name=""/>
        <dsp:cNvSpPr/>
      </dsp:nvSpPr>
      <dsp:spPr>
        <a:xfrm rot="5400000">
          <a:off x="3271611" y="-736203"/>
          <a:ext cx="471368" cy="33009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Few samples</a:t>
          </a:r>
          <a:endParaRPr lang="en-US" sz="2000" kern="1200"/>
        </a:p>
      </dsp:txBody>
      <dsp:txXfrm rot="-5400000">
        <a:off x="1856804" y="701614"/>
        <a:ext cx="3277973" cy="425348"/>
      </dsp:txXfrm>
    </dsp:sp>
    <dsp:sp modelId="{3F3F2A77-80D9-492F-B241-A70DD3C94C88}">
      <dsp:nvSpPr>
        <dsp:cNvPr id="0" name=""/>
        <dsp:cNvSpPr/>
      </dsp:nvSpPr>
      <dsp:spPr>
        <a:xfrm>
          <a:off x="0" y="619682"/>
          <a:ext cx="1856803" cy="5892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Preview area</a:t>
          </a:r>
          <a:endParaRPr lang="en-US" sz="1700" kern="1200"/>
        </a:p>
      </dsp:txBody>
      <dsp:txXfrm>
        <a:off x="28763" y="648445"/>
        <a:ext cx="1799277" cy="531684"/>
      </dsp:txXfrm>
    </dsp:sp>
    <dsp:sp modelId="{D184AAC3-5018-4385-9F48-F000EB9C77D5}">
      <dsp:nvSpPr>
        <dsp:cNvPr id="0" name=""/>
        <dsp:cNvSpPr/>
      </dsp:nvSpPr>
      <dsp:spPr>
        <a:xfrm rot="5400000">
          <a:off x="3271611" y="-117533"/>
          <a:ext cx="471368" cy="33009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All details on item</a:t>
          </a:r>
          <a:endParaRPr lang="en-US" sz="2000" kern="1200"/>
        </a:p>
      </dsp:txBody>
      <dsp:txXfrm rot="-5400000">
        <a:off x="1856804" y="1320284"/>
        <a:ext cx="3277973" cy="425348"/>
      </dsp:txXfrm>
    </dsp:sp>
    <dsp:sp modelId="{2B41B1C8-7ED0-4D39-A213-EF57135FB9FC}">
      <dsp:nvSpPr>
        <dsp:cNvPr id="0" name=""/>
        <dsp:cNvSpPr/>
      </dsp:nvSpPr>
      <dsp:spPr>
        <a:xfrm>
          <a:off x="0" y="1238353"/>
          <a:ext cx="1856803" cy="5892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Details area</a:t>
          </a:r>
          <a:endParaRPr lang="en-US" sz="1700" kern="1200"/>
        </a:p>
      </dsp:txBody>
      <dsp:txXfrm>
        <a:off x="28763" y="1267116"/>
        <a:ext cx="1799277" cy="531684"/>
      </dsp:txXfrm>
    </dsp:sp>
    <dsp:sp modelId="{1BC49FF1-713B-483C-915E-753851487407}">
      <dsp:nvSpPr>
        <dsp:cNvPr id="0" name=""/>
        <dsp:cNvSpPr/>
      </dsp:nvSpPr>
      <dsp:spPr>
        <a:xfrm rot="5400000">
          <a:off x="3271611" y="501137"/>
          <a:ext cx="471368" cy="33009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Other feeds/transformers</a:t>
          </a:r>
          <a:endParaRPr lang="en-US" sz="2000" kern="1200"/>
        </a:p>
      </dsp:txBody>
      <dsp:txXfrm rot="-5400000">
        <a:off x="1856804" y="1938954"/>
        <a:ext cx="3277973" cy="425348"/>
      </dsp:txXfrm>
    </dsp:sp>
    <dsp:sp modelId="{59DBA013-031D-4569-8EC3-49FA48CDB2F9}">
      <dsp:nvSpPr>
        <dsp:cNvPr id="0" name=""/>
        <dsp:cNvSpPr/>
      </dsp:nvSpPr>
      <dsp:spPr>
        <a:xfrm>
          <a:off x="0" y="1857024"/>
          <a:ext cx="1856803" cy="5892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Recommended and related area</a:t>
          </a:r>
          <a:endParaRPr lang="en-US" sz="1700" kern="1200"/>
        </a:p>
      </dsp:txBody>
      <dsp:txXfrm>
        <a:off x="28763" y="1885787"/>
        <a:ext cx="1799277" cy="531684"/>
      </dsp:txXfrm>
    </dsp:sp>
    <dsp:sp modelId="{358A28D4-FA55-4173-A127-00846FCDBED5}">
      <dsp:nvSpPr>
        <dsp:cNvPr id="0" name=""/>
        <dsp:cNvSpPr/>
      </dsp:nvSpPr>
      <dsp:spPr>
        <a:xfrm rot="5400000">
          <a:off x="3271611" y="1119808"/>
          <a:ext cx="471368" cy="33009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Reviews/Reaction</a:t>
          </a:r>
          <a:endParaRPr lang="en-US" sz="2000" kern="1200"/>
        </a:p>
      </dsp:txBody>
      <dsp:txXfrm rot="-5400000">
        <a:off x="1856804" y="2557625"/>
        <a:ext cx="3277973" cy="425348"/>
      </dsp:txXfrm>
    </dsp:sp>
    <dsp:sp modelId="{7E740A14-E76E-4A7A-ACDF-4ED027FA1A9F}">
      <dsp:nvSpPr>
        <dsp:cNvPr id="0" name=""/>
        <dsp:cNvSpPr/>
      </dsp:nvSpPr>
      <dsp:spPr>
        <a:xfrm>
          <a:off x="0" y="2475695"/>
          <a:ext cx="1856803" cy="5892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Community area</a:t>
          </a:r>
          <a:endParaRPr lang="en-US" sz="1700" kern="1200"/>
        </a:p>
      </dsp:txBody>
      <dsp:txXfrm>
        <a:off x="28763" y="2504458"/>
        <a:ext cx="1799277" cy="531684"/>
      </dsp:txXfrm>
    </dsp:sp>
    <dsp:sp modelId="{1C2EC525-75CF-4768-92B0-1449601A1B40}">
      <dsp:nvSpPr>
        <dsp:cNvPr id="0" name=""/>
        <dsp:cNvSpPr/>
      </dsp:nvSpPr>
      <dsp:spPr>
        <a:xfrm rot="5400000">
          <a:off x="3271611" y="1738479"/>
          <a:ext cx="471368" cy="33009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Operations</a:t>
          </a:r>
          <a:endParaRPr lang="en-US" sz="2000" kern="1200"/>
        </a:p>
      </dsp:txBody>
      <dsp:txXfrm rot="-5400000">
        <a:off x="1856804" y="3176296"/>
        <a:ext cx="3277973" cy="425348"/>
      </dsp:txXfrm>
    </dsp:sp>
    <dsp:sp modelId="{BFAB8CD3-1B31-4B24-833B-A6CDE93BC440}">
      <dsp:nvSpPr>
        <dsp:cNvPr id="0" name=""/>
        <dsp:cNvSpPr/>
      </dsp:nvSpPr>
      <dsp:spPr>
        <a:xfrm>
          <a:off x="0" y="3094365"/>
          <a:ext cx="1856803" cy="5892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Actions </a:t>
          </a:r>
          <a:endParaRPr lang="en-US" sz="1700" kern="1200"/>
        </a:p>
      </dsp:txBody>
      <dsp:txXfrm>
        <a:off x="28763" y="3123128"/>
        <a:ext cx="1799277" cy="53168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2ACFC-BFC7-49AE-8467-FF87FCA81DE4}">
      <dsp:nvSpPr>
        <dsp:cNvPr id="0" name=""/>
        <dsp:cNvSpPr/>
      </dsp:nvSpPr>
      <dsp:spPr>
        <a:xfrm>
          <a:off x="0" y="4128977"/>
          <a:ext cx="2887630" cy="13552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368" tIns="177800" rIns="205368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CGG: Content Generation Graph</a:t>
          </a:r>
          <a:endParaRPr lang="en-IL" sz="2500" kern="1200" dirty="0"/>
        </a:p>
      </dsp:txBody>
      <dsp:txXfrm>
        <a:off x="0" y="4128977"/>
        <a:ext cx="2887630" cy="1355222"/>
      </dsp:txXfrm>
    </dsp:sp>
    <dsp:sp modelId="{773D6579-C4C3-494C-9331-D8730F96F7A3}">
      <dsp:nvSpPr>
        <dsp:cNvPr id="0" name=""/>
        <dsp:cNvSpPr/>
      </dsp:nvSpPr>
      <dsp:spPr>
        <a:xfrm>
          <a:off x="2887630" y="4128977"/>
          <a:ext cx="8662890" cy="135522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724" tIns="139700" rIns="175724" bIns="13970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Bidirectional:</a:t>
          </a:r>
          <a:r>
            <a:rPr lang="en-US" sz="1100" b="0" i="0" kern="1200" dirty="0"/>
            <a:t> configurations and # of requested samples flow backward</a:t>
          </a:r>
          <a:endParaRPr lang="en-IL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Pull:</a:t>
          </a:r>
          <a:r>
            <a:rPr lang="en-US" sz="1100" b="0" i="0" kern="1200" dirty="0"/>
            <a:t> new data generated by sink pull</a:t>
          </a:r>
          <a:endParaRPr lang="en-IL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Multiple flows</a:t>
          </a:r>
          <a:r>
            <a:rPr lang="en-US" sz="1100" b="0" i="0" kern="1200" dirty="0"/>
            <a:t>: different sinks require activating different parts of the graph at different times  </a:t>
          </a:r>
          <a:endParaRPr lang="en-IL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Dynamic mode configuration </a:t>
          </a:r>
          <a:r>
            <a:rPr lang="en-US" sz="1100" b="0" i="0" kern="1200" dirty="0"/>
            <a:t>depends on hierarchical configuration overriding</a:t>
          </a:r>
          <a:endParaRPr lang="en-IL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Constructed implicitly asynchronously by multiple users through complex reuse operation</a:t>
          </a:r>
          <a:endParaRPr lang="en-IL" sz="1100" b="1" kern="1200" dirty="0"/>
        </a:p>
      </dsp:txBody>
      <dsp:txXfrm>
        <a:off x="2887630" y="4128977"/>
        <a:ext cx="8662890" cy="1355222"/>
      </dsp:txXfrm>
    </dsp:sp>
    <dsp:sp modelId="{6FCF0B65-C48A-46E4-B03C-7EC0A2716A6A}">
      <dsp:nvSpPr>
        <dsp:cNvPr id="0" name=""/>
        <dsp:cNvSpPr/>
      </dsp:nvSpPr>
      <dsp:spPr>
        <a:xfrm rot="10800000">
          <a:off x="0" y="2064973"/>
          <a:ext cx="2887630" cy="208433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368" tIns="177800" rIns="205368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NCG: Neural Computational Graph</a:t>
          </a:r>
          <a:endParaRPr lang="en-IL" sz="2500" kern="1200" dirty="0"/>
        </a:p>
      </dsp:txBody>
      <dsp:txXfrm rot="-10800000">
        <a:off x="0" y="2064973"/>
        <a:ext cx="2887630" cy="1354815"/>
      </dsp:txXfrm>
    </dsp:sp>
    <dsp:sp modelId="{C9D91E85-9EE9-414E-8944-62D4CF159566}">
      <dsp:nvSpPr>
        <dsp:cNvPr id="0" name=""/>
        <dsp:cNvSpPr/>
      </dsp:nvSpPr>
      <dsp:spPr>
        <a:xfrm>
          <a:off x="2887630" y="2064973"/>
          <a:ext cx="8662890" cy="135481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724" tIns="139700" rIns="175724" bIns="13970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Bidirectional</a:t>
          </a:r>
          <a:r>
            <a:rPr lang="en-US" sz="1100" b="0" i="0" kern="1200" dirty="0"/>
            <a:t>: inference from source to sink but parameter update/propagation from sink to source</a:t>
          </a:r>
          <a:endParaRPr lang="en-IL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Mixed pull and push:</a:t>
          </a:r>
          <a:r>
            <a:rPr lang="en-US" sz="1100" b="0" i="0" kern="1200" dirty="0"/>
            <a:t> the processing is initiated when the sink needs more samples</a:t>
          </a:r>
          <a:endParaRPr lang="en-IL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Multiple flows</a:t>
          </a:r>
          <a:r>
            <a:rPr lang="en-US" sz="1100" b="0" i="0" kern="1200" dirty="0"/>
            <a:t>: different parts of the graph can be used depending on outputs or parameter update iteration</a:t>
          </a:r>
          <a:endParaRPr lang="en-IL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Dynamic node configuration</a:t>
          </a:r>
          <a:r>
            <a:rPr lang="en-US" sz="1100" b="0" i="0" kern="1200" dirty="0"/>
            <a:t>: configuration might change via backpropagation and weight update</a:t>
          </a:r>
          <a:endParaRPr lang="en-IL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Constructed implicitly synchronously and incrementally by a single user </a:t>
          </a:r>
          <a:r>
            <a:rPr lang="en-US" sz="1100" b="0" i="0" kern="1200" dirty="0"/>
            <a:t>: duplicate and reparametrize graph section/layers as block box components</a:t>
          </a:r>
          <a:endParaRPr lang="en-IL" sz="1100" kern="1200" dirty="0"/>
        </a:p>
      </dsp:txBody>
      <dsp:txXfrm>
        <a:off x="2887630" y="2064973"/>
        <a:ext cx="8662890" cy="1354815"/>
      </dsp:txXfrm>
    </dsp:sp>
    <dsp:sp modelId="{DC3AAED9-5C23-4B6F-95BC-51C5F36832BB}">
      <dsp:nvSpPr>
        <dsp:cNvPr id="0" name=""/>
        <dsp:cNvSpPr/>
      </dsp:nvSpPr>
      <dsp:spPr>
        <a:xfrm rot="10800000">
          <a:off x="0" y="969"/>
          <a:ext cx="2887630" cy="208433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368" tIns="177800" rIns="205368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MPG: Media Processing Graph</a:t>
          </a:r>
          <a:endParaRPr lang="en-IL" sz="2500" kern="1200" dirty="0"/>
        </a:p>
      </dsp:txBody>
      <dsp:txXfrm rot="-10800000">
        <a:off x="0" y="969"/>
        <a:ext cx="2887630" cy="1354815"/>
      </dsp:txXfrm>
    </dsp:sp>
    <dsp:sp modelId="{3EFCDBCE-BF32-487E-9AE2-CF32D3058B34}">
      <dsp:nvSpPr>
        <dsp:cNvPr id="0" name=""/>
        <dsp:cNvSpPr/>
      </dsp:nvSpPr>
      <dsp:spPr>
        <a:xfrm>
          <a:off x="2887630" y="0"/>
          <a:ext cx="8662890" cy="135481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724" tIns="139700" rIns="175724" bIns="13970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Unidirectiona</a:t>
          </a:r>
          <a:r>
            <a:rPr lang="en-US" sz="1100" b="0" i="0" kern="1200" dirty="0"/>
            <a:t>l: data flows from source to sink</a:t>
          </a:r>
          <a:endParaRPr lang="en-IL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Push</a:t>
          </a:r>
          <a:r>
            <a:rPr lang="en-US" sz="1100" b="0" i="0" kern="1200" dirty="0"/>
            <a:t>*: the processing is initiated by new input</a:t>
          </a:r>
          <a:endParaRPr lang="en-IL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Single flow</a:t>
          </a:r>
          <a:r>
            <a:rPr lang="en-US" sz="1100" b="0" i="0" kern="1200" dirty="0"/>
            <a:t>: entire DAG is evaluated every time</a:t>
          </a:r>
          <a:endParaRPr lang="en-IL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Fixed node configuration</a:t>
          </a:r>
          <a:r>
            <a:rPr lang="en-US" sz="1100" b="0" i="0" kern="1200" dirty="0"/>
            <a:t>: once constructed used for every pass</a:t>
          </a:r>
          <a:endParaRPr lang="en-IL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Constructed explicitly by a single user</a:t>
          </a:r>
          <a:r>
            <a:rPr lang="en-US" sz="1100" b="0" i="0" kern="1200" dirty="0"/>
            <a:t>: user can comprehend and construct entire small graph </a:t>
          </a:r>
          <a:endParaRPr lang="en-IL" sz="1100" kern="1200" dirty="0"/>
        </a:p>
      </dsp:txBody>
      <dsp:txXfrm>
        <a:off x="2887630" y="0"/>
        <a:ext cx="8662890" cy="135481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6DD9F4-8A4F-44E3-8A82-DBCFCC2CD2FF}">
      <dsp:nvSpPr>
        <dsp:cNvPr id="0" name=""/>
        <dsp:cNvSpPr/>
      </dsp:nvSpPr>
      <dsp:spPr>
        <a:xfrm>
          <a:off x="0" y="316381"/>
          <a:ext cx="10515600" cy="211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37388" rIns="81612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Input generator ID:</a:t>
          </a:r>
          <a:r>
            <a:rPr lang="en-US" sz="2100" kern="1200" dirty="0"/>
            <a:t> Input generator id provided, input feed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Transformer ID: </a:t>
          </a:r>
          <a:r>
            <a:rPr lang="en-US" sz="2100" kern="1200" dirty="0"/>
            <a:t>Transform id, provided transformation logic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Configuration: </a:t>
          </a:r>
          <a:r>
            <a:rPr lang="en-US" sz="2100" kern="1200" dirty="0"/>
            <a:t>parameters for the transformer and generator interface specification (expected  and produced document fields)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Output feed ID</a:t>
          </a:r>
          <a:r>
            <a:rPr lang="en-US" sz="2100" kern="1200" dirty="0"/>
            <a:t>: each generator has associated fixed output feed id</a:t>
          </a:r>
        </a:p>
      </dsp:txBody>
      <dsp:txXfrm>
        <a:off x="0" y="316381"/>
        <a:ext cx="10515600" cy="2116800"/>
      </dsp:txXfrm>
    </dsp:sp>
    <dsp:sp modelId="{10B98BAF-CA83-47C4-AA10-0ABC1731B056}">
      <dsp:nvSpPr>
        <dsp:cNvPr id="0" name=""/>
        <dsp:cNvSpPr/>
      </dsp:nvSpPr>
      <dsp:spPr>
        <a:xfrm>
          <a:off x="525780" y="6421"/>
          <a:ext cx="736092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</a:t>
          </a:r>
          <a:r>
            <a:rPr lang="en-US" sz="2100" b="1" kern="1200"/>
            <a:t>generator is defined by </a:t>
          </a:r>
          <a:endParaRPr lang="en-US" sz="2100" kern="1200"/>
        </a:p>
      </dsp:txBody>
      <dsp:txXfrm>
        <a:off x="556042" y="36683"/>
        <a:ext cx="7300396" cy="559396"/>
      </dsp:txXfrm>
    </dsp:sp>
    <dsp:sp modelId="{58F8E4B6-E15A-466F-90AB-98CC8282D3D4}">
      <dsp:nvSpPr>
        <dsp:cNvPr id="0" name=""/>
        <dsp:cNvSpPr/>
      </dsp:nvSpPr>
      <dsp:spPr>
        <a:xfrm>
          <a:off x="0" y="2856541"/>
          <a:ext cx="10515600" cy="14883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37388" rIns="81612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Chain: </a:t>
          </a:r>
          <a:r>
            <a:rPr lang="en-US" sz="2100" kern="1200" dirty="0"/>
            <a:t>List of children transform IDs (empty for atomic)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Configuration: </a:t>
          </a:r>
          <a:r>
            <a:rPr lang="en-US" sz="2100" kern="1200" dirty="0"/>
            <a:t> contains configuration needed for calling each chain transformer and interface e of the transformer (expected in/out fields)</a:t>
          </a:r>
        </a:p>
      </dsp:txBody>
      <dsp:txXfrm>
        <a:off x="0" y="2856541"/>
        <a:ext cx="10515600" cy="1488374"/>
      </dsp:txXfrm>
    </dsp:sp>
    <dsp:sp modelId="{706DCA35-6A36-4DD5-8650-F83CC7670401}">
      <dsp:nvSpPr>
        <dsp:cNvPr id="0" name=""/>
        <dsp:cNvSpPr/>
      </dsp:nvSpPr>
      <dsp:spPr>
        <a:xfrm>
          <a:off x="525780" y="2546581"/>
          <a:ext cx="736092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A transformer is defined by</a:t>
          </a:r>
          <a:endParaRPr lang="en-US" sz="2100" kern="1200"/>
        </a:p>
      </dsp:txBody>
      <dsp:txXfrm>
        <a:off x="556042" y="2576843"/>
        <a:ext cx="7300396" cy="55939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E3ADC-811B-48D2-AEF6-68EC7D0431D3}">
      <dsp:nvSpPr>
        <dsp:cNvPr id="0" name=""/>
        <dsp:cNvSpPr/>
      </dsp:nvSpPr>
      <dsp:spPr>
        <a:xfrm>
          <a:off x="52" y="67224"/>
          <a:ext cx="5002465" cy="489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Definitions</a:t>
          </a:r>
          <a:endParaRPr lang="en-IL" sz="1700" kern="1200"/>
        </a:p>
      </dsp:txBody>
      <dsp:txXfrm>
        <a:off x="52" y="67224"/>
        <a:ext cx="5002465" cy="489600"/>
      </dsp:txXfrm>
    </dsp:sp>
    <dsp:sp modelId="{87018CE6-CB0F-4B1F-966E-F9C61266F4DB}">
      <dsp:nvSpPr>
        <dsp:cNvPr id="0" name=""/>
        <dsp:cNvSpPr/>
      </dsp:nvSpPr>
      <dsp:spPr>
        <a:xfrm>
          <a:off x="52" y="556824"/>
          <a:ext cx="5002465" cy="44915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0" kern="1200" dirty="0"/>
            <a:t>Fields</a:t>
          </a:r>
          <a:r>
            <a:rPr lang="en-US" sz="1700" b="0" i="0" kern="1200" dirty="0"/>
            <a:t>: expected/required input/output fields</a:t>
          </a:r>
          <a:endParaRPr lang="en-I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0" kern="1200" dirty="0"/>
            <a:t>Parameters</a:t>
          </a:r>
          <a:r>
            <a:rPr lang="en-US" sz="1700" b="0" i="0" kern="1200" dirty="0"/>
            <a:t>: control various aspects of content generation</a:t>
          </a:r>
          <a:endParaRPr lang="en-I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0" kern="1200" dirty="0"/>
            <a:t>Variables</a:t>
          </a:r>
          <a:r>
            <a:rPr lang="en-US" sz="1700" b="0" i="0" kern="1200" dirty="0"/>
            <a:t>: represent both </a:t>
          </a:r>
          <a:r>
            <a:rPr lang="en-US" sz="1700" b="1" i="0" kern="1200" dirty="0"/>
            <a:t>parameters</a:t>
          </a:r>
          <a:r>
            <a:rPr lang="en-US" sz="1700" b="0" i="0" kern="1200" dirty="0"/>
            <a:t> and </a:t>
          </a:r>
          <a:r>
            <a:rPr lang="en-US" sz="1700" b="1" i="0" kern="1200" dirty="0"/>
            <a:t>fields</a:t>
          </a:r>
          <a:r>
            <a:rPr lang="en-US" sz="1700" b="0" i="0" kern="1200" dirty="0"/>
            <a:t> that r naming convention “</a:t>
          </a:r>
          <a:r>
            <a:rPr lang="en-US" sz="1700" b="0" i="0" kern="1200" dirty="0" err="1"/>
            <a:t>var.language</a:t>
          </a:r>
          <a:r>
            <a:rPr lang="en-US" sz="1700" b="0" i="0" kern="1200" dirty="0"/>
            <a:t>”, “in.content”,”</a:t>
          </a:r>
          <a:r>
            <a:rPr lang="en-US" sz="1700" b="0" i="0" kern="1200" dirty="0" err="1"/>
            <a:t>out.title</a:t>
          </a:r>
          <a:r>
            <a:rPr lang="en-US" sz="1700" b="0" i="0" kern="1200" dirty="0"/>
            <a:t>”</a:t>
          </a:r>
          <a:endParaRPr lang="en-I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0" i="0" kern="1200" dirty="0"/>
            <a:t> </a:t>
          </a:r>
          <a:endParaRPr lang="en-I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0" kern="1200" dirty="0"/>
            <a:t>Values</a:t>
          </a:r>
          <a:r>
            <a:rPr lang="en-US" sz="1700" b="0" i="0" kern="1200" dirty="0"/>
            <a:t>: static or template (include references to other variables) values that represents </a:t>
          </a:r>
          <a:r>
            <a:rPr lang="en-US" sz="1700" b="1" i="0" kern="1200" dirty="0"/>
            <a:t>default values </a:t>
          </a:r>
          <a:r>
            <a:rPr lang="en-US" sz="1700" b="0" i="0" kern="1200" dirty="0"/>
            <a:t>or </a:t>
          </a:r>
          <a:r>
            <a:rPr lang="en-US" sz="1700" b="1" i="0" kern="1200" dirty="0"/>
            <a:t>configured values</a:t>
          </a:r>
          <a:endParaRPr lang="en-I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0" kern="1200" dirty="0"/>
            <a:t>JSON List: </a:t>
          </a:r>
          <a:r>
            <a:rPr lang="en-US" sz="1700" b="0" i="0" kern="1200" dirty="0"/>
            <a:t>JSON-compatible list representation {‘0’:xxx, ‘1’:xxx}. Referred as a “j-list” for brevity</a:t>
          </a:r>
          <a:endParaRPr lang="en-IL" sz="1700" kern="1200" dirty="0"/>
        </a:p>
      </dsp:txBody>
      <dsp:txXfrm>
        <a:off x="52" y="556824"/>
        <a:ext cx="5002465" cy="4491506"/>
      </dsp:txXfrm>
    </dsp:sp>
    <dsp:sp modelId="{4232AAD9-64EF-4D2A-A09A-AED1CE73E237}">
      <dsp:nvSpPr>
        <dsp:cNvPr id="0" name=""/>
        <dsp:cNvSpPr/>
      </dsp:nvSpPr>
      <dsp:spPr>
        <a:xfrm>
          <a:off x="5702863" y="67224"/>
          <a:ext cx="5002465" cy="489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CDF</a:t>
          </a:r>
          <a:r>
            <a:rPr lang="en-US" sz="1700" b="0" i="0" kern="1200"/>
            <a:t>: Configuration dictionary format</a:t>
          </a:r>
          <a:endParaRPr lang="en-IL" sz="1700" kern="1200"/>
        </a:p>
      </dsp:txBody>
      <dsp:txXfrm>
        <a:off x="5702863" y="67224"/>
        <a:ext cx="5002465" cy="489600"/>
      </dsp:txXfrm>
    </dsp:sp>
    <dsp:sp modelId="{B0E15B79-036A-40D8-AB42-C964B3EF2B3C}">
      <dsp:nvSpPr>
        <dsp:cNvPr id="0" name=""/>
        <dsp:cNvSpPr/>
      </dsp:nvSpPr>
      <dsp:spPr>
        <a:xfrm>
          <a:off x="5702863" y="556824"/>
          <a:ext cx="5002465" cy="44915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/>
            <a:t>CDF is  a  single format for representing parameters and configurations</a:t>
          </a:r>
          <a:endParaRPr lang="en-I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/>
            <a:t>A “j-list” of dictionaries with the following keys </a:t>
          </a:r>
          <a:endParaRPr lang="en-IL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0" kern="1200"/>
            <a:t>name</a:t>
          </a:r>
          <a:r>
            <a:rPr lang="en-US" sz="1700" b="0" i="0" kern="1200"/>
            <a:t>: variable name using naming convention as above</a:t>
          </a:r>
          <a:endParaRPr lang="en-IL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0" kern="1200"/>
            <a:t>type</a:t>
          </a:r>
          <a:r>
            <a:rPr lang="en-US" sz="1700" b="0" i="0" kern="1200"/>
            <a:t>: type of value (text/image)</a:t>
          </a:r>
          <a:endParaRPr lang="en-IL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0" kern="1200"/>
            <a:t>value</a:t>
          </a:r>
          <a:r>
            <a:rPr lang="en-US" sz="1700" b="0" i="0" kern="1200"/>
            <a:t>: value string that represents</a:t>
          </a:r>
          <a:endParaRPr lang="en-IL" sz="1700" kern="1200"/>
        </a:p>
        <a:p>
          <a:pPr marL="514350" lvl="3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/>
            <a:t>Static value: “this is a prompt’</a:t>
          </a:r>
          <a:endParaRPr lang="en-IL" sz="1700" kern="1200"/>
        </a:p>
        <a:p>
          <a:pPr marL="514350" lvl="3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/>
            <a:t>Template value that reference other variables ’translate {{d.title}} into {{v.language}}’</a:t>
          </a:r>
          <a:endParaRPr lang="en-IL" sz="1700" kern="1200"/>
        </a:p>
        <a:p>
          <a:pPr marL="514350" lvl="3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/>
            <a:t>None for explicit value requirements</a:t>
          </a:r>
          <a:endParaRPr lang="en-IL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0" kern="1200"/>
            <a:t>mutable</a:t>
          </a:r>
          <a:r>
            <a:rPr lang="en-US" sz="1700" b="0" i="0" kern="1200"/>
            <a:t> : yes/no if can be modified by a user</a:t>
          </a:r>
          <a:endParaRPr lang="en-IL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0" kern="1200" dirty="0"/>
            <a:t>targets</a:t>
          </a:r>
          <a:r>
            <a:rPr lang="en-US" sz="1700" b="0" i="0" kern="1200" dirty="0"/>
            <a:t>:  list of ordinals, for specifying specific children in chain for whom the variable is specified</a:t>
          </a:r>
          <a:endParaRPr lang="en-IL" sz="1700" kern="1200" dirty="0"/>
        </a:p>
      </dsp:txBody>
      <dsp:txXfrm>
        <a:off x="5702863" y="556824"/>
        <a:ext cx="5002465" cy="44915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9.xml"/><Relationship Id="rId3" Type="http://schemas.openxmlformats.org/officeDocument/2006/relationships/slide" Target="slide20.xml"/><Relationship Id="rId7" Type="http://schemas.openxmlformats.org/officeDocument/2006/relationships/slide" Target="slide3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6.xml"/><Relationship Id="rId5" Type="http://schemas.openxmlformats.org/officeDocument/2006/relationships/slide" Target="slide39.xml"/><Relationship Id="rId10" Type="http://schemas.openxmlformats.org/officeDocument/2006/relationships/slide" Target="slide90.xml"/><Relationship Id="rId4" Type="http://schemas.openxmlformats.org/officeDocument/2006/relationships/slide" Target="slide31.xml"/><Relationship Id="rId9" Type="http://schemas.openxmlformats.org/officeDocument/2006/relationships/slide" Target="slide6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PromptArt.AI</a:t>
            </a:r>
            <a:endParaRPr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262743" y="3686013"/>
            <a:ext cx="9144000" cy="136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A platform for AI-mediated deeply-personalized infotainment</a:t>
            </a: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Confidential, do not share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43DF2-3378-338A-2B48-88FEAC3E8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TOC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0D800-46F0-9EFD-5DAB-651373A92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 action="ppaction://hlinksldjump"/>
              </a:rPr>
              <a:t>Product Concept</a:t>
            </a:r>
            <a:endParaRPr lang="en-US" dirty="0"/>
          </a:p>
          <a:p>
            <a:r>
              <a:rPr lang="en-US" dirty="0">
                <a:hlinkClick r:id="rId3" action="ppaction://hlinksldjump"/>
              </a:rPr>
              <a:t>Concept of operations</a:t>
            </a:r>
            <a:endParaRPr lang="en-US" dirty="0"/>
          </a:p>
          <a:p>
            <a:r>
              <a:rPr lang="en-US" dirty="0">
                <a:hlinkClick r:id="rId4" action="ppaction://hlinksldjump"/>
              </a:rPr>
              <a:t>Architecture and software design</a:t>
            </a:r>
            <a:endParaRPr lang="en-US" dirty="0"/>
          </a:p>
          <a:p>
            <a:pPr lvl="1"/>
            <a:r>
              <a:rPr lang="en-US" dirty="0">
                <a:hlinkClick r:id="rId5" action="ppaction://hlinksldjump"/>
              </a:rPr>
              <a:t>Database schema</a:t>
            </a:r>
            <a:endParaRPr lang="en-US" dirty="0"/>
          </a:p>
          <a:p>
            <a:pPr lvl="1"/>
            <a:r>
              <a:rPr lang="en-US" dirty="0">
                <a:hlinkClick r:id="rId6" action="ppaction://hlinksldjump"/>
              </a:rPr>
              <a:t>Services and APIs</a:t>
            </a:r>
            <a:endParaRPr lang="en-US" dirty="0"/>
          </a:p>
          <a:p>
            <a:pPr lvl="1"/>
            <a:r>
              <a:rPr lang="en-US" dirty="0">
                <a:hlinkClick r:id="rId7" action="ppaction://hlinksldjump"/>
              </a:rPr>
              <a:t>Element interface and configuration specs</a:t>
            </a:r>
            <a:endParaRPr lang="en-US" dirty="0"/>
          </a:p>
          <a:p>
            <a:pPr lvl="1"/>
            <a:r>
              <a:rPr lang="en-US" dirty="0">
                <a:hlinkClick r:id="rId8" action="ppaction://hlinksldjump"/>
              </a:rPr>
              <a:t>Content generation flow</a:t>
            </a:r>
            <a:endParaRPr lang="en-US" dirty="0"/>
          </a:p>
          <a:p>
            <a:r>
              <a:rPr lang="en-US" dirty="0">
                <a:hlinkClick r:id="rId9" action="ppaction://hlinksldjump"/>
              </a:rPr>
              <a:t>UI Design</a:t>
            </a:r>
            <a:endParaRPr lang="en-US" dirty="0"/>
          </a:p>
          <a:p>
            <a:r>
              <a:rPr lang="en-US" dirty="0">
                <a:hlinkClick r:id="rId10" action="ppaction://hlinksldjump"/>
              </a:rPr>
              <a:t>Implementation plan/phases</a:t>
            </a:r>
            <a:endParaRPr lang="en-US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04812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A5769A-F1BA-C574-1B10-A815EB03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Concept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BC954-E043-1E54-72F6-3991B205A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76717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315686" y="138112"/>
            <a:ext cx="11876313" cy="673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A platform for AI-mediated personalized infotainment</a:t>
            </a:r>
          </a:p>
        </p:txBody>
      </p:sp>
      <p:grpSp>
        <p:nvGrpSpPr>
          <p:cNvPr id="96" name="Google Shape;96;p2"/>
          <p:cNvGrpSpPr/>
          <p:nvPr/>
        </p:nvGrpSpPr>
        <p:grpSpPr>
          <a:xfrm>
            <a:off x="1970545" y="957021"/>
            <a:ext cx="8670782" cy="5163411"/>
            <a:chOff x="1318959" y="1002"/>
            <a:chExt cx="8670782" cy="5163411"/>
          </a:xfrm>
        </p:grpSpPr>
        <p:sp>
          <p:nvSpPr>
            <p:cNvPr id="97" name="Google Shape;97;p2"/>
            <p:cNvSpPr/>
            <p:nvPr/>
          </p:nvSpPr>
          <p:spPr>
            <a:xfrm>
              <a:off x="4393055" y="2641822"/>
              <a:ext cx="2522591" cy="252259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rgbClr val="D66E2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4762480" y="3011247"/>
              <a:ext cx="1783741" cy="17837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 b="1" i="0" u="none" strike="noStrike" cap="none" dirty="0">
                  <a:solidFill>
                    <a:schemeClr val="accent2">
                      <a:lumMod val="75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PromptArt.AI</a:t>
              </a:r>
              <a:endParaRPr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 dirty="0">
                  <a:solidFill>
                    <a:schemeClr val="accent2">
                      <a:lumMod val="75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Platform</a:t>
              </a:r>
              <a:endParaRPr sz="2400" b="0" i="0" u="none" strike="noStrike" cap="none" dirty="0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 rot="-9900000">
              <a:off x="2485207" y="2945986"/>
              <a:ext cx="1877272" cy="718938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rgbClr val="F4B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18959" y="2103934"/>
              <a:ext cx="2396461" cy="1917169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2700" cap="flat" cmpd="sng">
              <a:solidFill>
                <a:srgbClr val="D66E2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375111" y="2160086"/>
              <a:ext cx="2284157" cy="18048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800" tIns="43800" rIns="43800" bIns="438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US" sz="2300" b="1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Consumers</a:t>
              </a:r>
              <a:endParaRPr dirty="0">
                <a:solidFill>
                  <a:schemeClr val="tx1"/>
                </a:solidFill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US" sz="2300" b="0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Receive personalized infotainment</a:t>
              </a:r>
              <a:endParaRPr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 rot="-6900000">
              <a:off x="3739808" y="1450811"/>
              <a:ext cx="1877272" cy="718938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rgbClr val="F4B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3083528" y="1002"/>
              <a:ext cx="2396461" cy="1917169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2700" cap="flat" cmpd="sng">
              <a:solidFill>
                <a:srgbClr val="D66E2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3139680" y="57154"/>
              <a:ext cx="2284157" cy="18048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800" tIns="43800" rIns="43800" bIns="438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US" sz="2300" b="1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Creative artists</a:t>
              </a:r>
              <a:endParaRPr dirty="0">
                <a:solidFill>
                  <a:schemeClr val="tx1"/>
                </a:solidFill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US" sz="2300" b="0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Effortlessly create and monetize ideas</a:t>
              </a:r>
              <a:endParaRPr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-3900000">
              <a:off x="5691621" y="1450811"/>
              <a:ext cx="1877272" cy="718938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rgbClr val="F4B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828711" y="1002"/>
              <a:ext cx="2396461" cy="1917169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2700" cap="flat" cmpd="sng">
              <a:solidFill>
                <a:srgbClr val="D66E2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5884863" y="57154"/>
              <a:ext cx="2284157" cy="18048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800" tIns="43800" rIns="43800" bIns="438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US" sz="2300" b="1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Content providers</a:t>
              </a:r>
              <a:endParaRPr dirty="0">
                <a:solidFill>
                  <a:schemeClr val="tx1"/>
                </a:solidFill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US" sz="2300" b="0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Expand content distribution and monetization</a:t>
              </a:r>
              <a:endParaRPr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 rot="-900000">
              <a:off x="6946222" y="2945986"/>
              <a:ext cx="1877272" cy="718938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rgbClr val="F4BD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7593280" y="2103934"/>
              <a:ext cx="2396461" cy="1917169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2700" cap="flat" cmpd="sng">
              <a:solidFill>
                <a:srgbClr val="D66E2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7649432" y="2160086"/>
              <a:ext cx="2284157" cy="18048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800" tIns="43800" rIns="43800" bIns="438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US" sz="2300" b="1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AI developers</a:t>
              </a:r>
              <a:endParaRPr dirty="0">
                <a:solidFill>
                  <a:schemeClr val="tx1"/>
                </a:solidFill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US" sz="2300" b="0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Exploit new ways for monetizing AI models</a:t>
              </a:r>
              <a:endParaRPr sz="23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831274" y="6138802"/>
            <a:ext cx="1150308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These are roles not destinies: we are all </a:t>
            </a:r>
            <a:r>
              <a:rPr lang="en-US" sz="20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consumers</a:t>
            </a:r>
            <a:r>
              <a:rPr lang="en-US" sz="2000" b="0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creative artists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0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content providers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some degree </a:t>
            </a:r>
            <a:endParaRPr sz="2000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Confidential, do not share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D098A-D5D0-BA29-6762-17A465C88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Forces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58D1F-6553-EB6D-971C-1456D06E9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332" y="1535713"/>
            <a:ext cx="5590592" cy="474312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Consumers “forces”</a:t>
            </a:r>
          </a:p>
          <a:p>
            <a:pPr lvl="1"/>
            <a:r>
              <a:rPr lang="en-US" dirty="0"/>
              <a:t>Reshape unique content on Facebook not necessary created by me</a:t>
            </a:r>
          </a:p>
          <a:p>
            <a:pPr lvl="1"/>
            <a:r>
              <a:rPr lang="en-US" dirty="0"/>
              <a:t>Hyper-personalized to make content very specific for my needs</a:t>
            </a:r>
          </a:p>
          <a:p>
            <a:pPr lvl="1"/>
            <a:r>
              <a:rPr lang="en-US" dirty="0"/>
              <a:t>Show my “creativity” to others, content created by me</a:t>
            </a:r>
          </a:p>
          <a:p>
            <a:pPr lvl="1"/>
            <a:endParaRPr lang="en-US" dirty="0"/>
          </a:p>
          <a:p>
            <a:r>
              <a:rPr lang="en-US" dirty="0"/>
              <a:t>Producer “forces”</a:t>
            </a:r>
          </a:p>
          <a:p>
            <a:pPr lvl="1"/>
            <a:r>
              <a:rPr lang="en-US" dirty="0"/>
              <a:t>Is took OK: Discover the possibilities of the tool</a:t>
            </a:r>
          </a:p>
          <a:p>
            <a:pPr lvl="1"/>
            <a:r>
              <a:rPr lang="en-US" dirty="0"/>
              <a:t>Create cool content fast: Easily create new content  from existing one</a:t>
            </a:r>
          </a:p>
          <a:p>
            <a:pPr lvl="1"/>
            <a:r>
              <a:rPr lang="en-US" dirty="0"/>
              <a:t>Promote myself: Make other aware of my content/gain fame</a:t>
            </a:r>
          </a:p>
          <a:p>
            <a:pPr lvl="1"/>
            <a:r>
              <a:rPr lang="en-US" dirty="0"/>
              <a:t>Monetize  my fame: convert fame/rank to income  </a:t>
            </a:r>
            <a:endParaRPr lang="en-IL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86EB1E8-0363-9CA7-CA93-EE2A52178AF8}"/>
              </a:ext>
            </a:extLst>
          </p:cNvPr>
          <p:cNvSpPr txBox="1">
            <a:spLocks/>
          </p:cNvSpPr>
          <p:nvPr/>
        </p:nvSpPr>
        <p:spPr>
          <a:xfrm>
            <a:off x="6211078" y="1415079"/>
            <a:ext cx="5590592" cy="4743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Content</a:t>
            </a:r>
          </a:p>
          <a:p>
            <a:pPr lvl="1"/>
            <a:r>
              <a:rPr lang="en-US" dirty="0"/>
              <a:t>Rich, large, fast growing catalogue of diverse public and private (only for me) content</a:t>
            </a:r>
          </a:p>
          <a:p>
            <a:pPr lvl="1"/>
            <a:endParaRPr lang="en-US" dirty="0"/>
          </a:p>
          <a:p>
            <a:r>
              <a:rPr lang="en-US" dirty="0"/>
              <a:t>Tools</a:t>
            </a:r>
          </a:p>
          <a:p>
            <a:pPr lvl="1"/>
            <a:r>
              <a:rPr lang="en-US" dirty="0"/>
              <a:t>Create</a:t>
            </a:r>
          </a:p>
          <a:p>
            <a:pPr lvl="1"/>
            <a:r>
              <a:rPr lang="en-US" dirty="0"/>
              <a:t>Preview</a:t>
            </a:r>
          </a:p>
          <a:p>
            <a:pPr lvl="1"/>
            <a:r>
              <a:rPr lang="en-US" dirty="0"/>
              <a:t>Promote</a:t>
            </a:r>
          </a:p>
          <a:p>
            <a:pPr lvl="1"/>
            <a:r>
              <a:rPr lang="en-US" dirty="0"/>
              <a:t>Monetize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57789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5B749-84B8-571E-DA5C-48B73E39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39717-B612-4641-E290-32DB19168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76874"/>
            <a:ext cx="10638453" cy="474937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Infinite stream of new items</a:t>
            </a:r>
          </a:p>
          <a:p>
            <a:pPr lvl="1"/>
            <a:r>
              <a:rPr lang="en-US" dirty="0"/>
              <a:t>Based on input data streams (tell story based on CNN)</a:t>
            </a:r>
          </a:p>
          <a:p>
            <a:pPr lvl="1"/>
            <a:r>
              <a:rPr lang="en-US" dirty="0"/>
              <a:t>Based on random query  (just tell new story)</a:t>
            </a:r>
          </a:p>
          <a:p>
            <a:endParaRPr lang="en-US" dirty="0"/>
          </a:p>
          <a:p>
            <a:r>
              <a:rPr lang="en-US" dirty="0"/>
              <a:t>Creation</a:t>
            </a:r>
          </a:p>
          <a:p>
            <a:pPr lvl="1"/>
            <a:r>
              <a:rPr lang="en-US" dirty="0"/>
              <a:t>Combine existing building block fast!</a:t>
            </a:r>
          </a:p>
          <a:p>
            <a:pPr lvl="2"/>
            <a:r>
              <a:rPr lang="en-US" dirty="0"/>
              <a:t>Non effort, try several combinations fast</a:t>
            </a:r>
          </a:p>
          <a:p>
            <a:pPr lvl="1"/>
            <a:r>
              <a:rPr lang="en-US" dirty="0"/>
              <a:t>Make new building blocks</a:t>
            </a:r>
          </a:p>
          <a:p>
            <a:pPr lvl="2"/>
            <a:r>
              <a:rPr lang="en-US" dirty="0"/>
              <a:t>Recombine them for building event richer content</a:t>
            </a:r>
          </a:p>
          <a:p>
            <a:pPr lvl="2"/>
            <a:endParaRPr lang="en-US" dirty="0"/>
          </a:p>
          <a:p>
            <a:r>
              <a:rPr lang="en-US" dirty="0"/>
              <a:t>50% requirements 50% solution</a:t>
            </a:r>
          </a:p>
          <a:p>
            <a:pPr lvl="1"/>
            <a:r>
              <a:rPr lang="en-US" dirty="0"/>
              <a:t>Once new building block is created, its’ indistinguishable from existing</a:t>
            </a:r>
          </a:p>
          <a:p>
            <a:pPr lvl="2"/>
            <a:r>
              <a:rPr lang="en-US" dirty="0"/>
              <a:t>Feed of AI-produced content is indistinguishable from source content</a:t>
            </a:r>
          </a:p>
          <a:p>
            <a:pPr lvl="2"/>
            <a:r>
              <a:rPr lang="en-US" dirty="0"/>
              <a:t>Compound transformer is indistinguishable from single model application</a:t>
            </a:r>
          </a:p>
          <a:p>
            <a:pPr lvl="1"/>
            <a:r>
              <a:rPr lang="en-US" dirty="0"/>
              <a:t>Knowledge of inner workings of the blocks is partially hidden</a:t>
            </a:r>
          </a:p>
          <a:p>
            <a:pPr lvl="1"/>
            <a:endParaRPr lang="en-US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3570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4C77-72DB-9314-44B9-A90A6D23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Users' segmentation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A4C7C-AC54-BD20-9E9E-522F5BC09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Geeks(more technology)</a:t>
            </a:r>
          </a:p>
          <a:p>
            <a:pPr lvl="1"/>
            <a:r>
              <a:rPr lang="en-US" dirty="0"/>
              <a:t>Play with a tool</a:t>
            </a:r>
          </a:p>
          <a:p>
            <a:pPr lvl="1"/>
            <a:r>
              <a:rPr lang="en-US" dirty="0"/>
              <a:t>Just curious or technically skilled</a:t>
            </a:r>
          </a:p>
          <a:p>
            <a:r>
              <a:rPr lang="en-US" dirty="0"/>
              <a:t>Influencer (need more entertainment and less Info)</a:t>
            </a:r>
          </a:p>
          <a:p>
            <a:pPr lvl="1"/>
            <a:r>
              <a:rPr lang="en-US" dirty="0"/>
              <a:t>Create unique content to share</a:t>
            </a:r>
          </a:p>
          <a:p>
            <a:pPr lvl="1"/>
            <a:r>
              <a:rPr lang="en-US" dirty="0"/>
              <a:t>Increase my audience</a:t>
            </a:r>
          </a:p>
          <a:p>
            <a:r>
              <a:rPr lang="en-US" dirty="0"/>
              <a:t>Pro users(need less entertainment and more info)</a:t>
            </a:r>
          </a:p>
          <a:p>
            <a:pPr lvl="1"/>
            <a:r>
              <a:rPr lang="en-US" dirty="0"/>
              <a:t>Create hyper-parametrized content for me</a:t>
            </a:r>
          </a:p>
          <a:p>
            <a:pPr lvl="1"/>
            <a:r>
              <a:rPr lang="en-US" dirty="0"/>
              <a:t>Get very fine-targeted info</a:t>
            </a:r>
          </a:p>
          <a:p>
            <a:r>
              <a:rPr lang="en-US" b="1" dirty="0"/>
              <a:t>Provider/Advertiser (real infotainment)</a:t>
            </a:r>
          </a:p>
          <a:p>
            <a:pPr lvl="1"/>
            <a:r>
              <a:rPr lang="en-US" dirty="0"/>
              <a:t>Create content to sell</a:t>
            </a:r>
          </a:p>
          <a:p>
            <a:pPr lvl="1"/>
            <a:r>
              <a:rPr lang="en-US" dirty="0"/>
              <a:t>Monetize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3012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6E84D-02D8-88B9-0D6D-21F8C3D50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for content generation in the platform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EA48B-2B87-61D4-FE4F-A9658D634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576873"/>
            <a:ext cx="10610461" cy="4600090"/>
          </a:xfrm>
        </p:spPr>
        <p:txBody>
          <a:bodyPr/>
          <a:lstStyle/>
          <a:p>
            <a:r>
              <a:rPr lang="en-US" dirty="0"/>
              <a:t>No skills requires whatsoever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Ever growing big catalogue of</a:t>
            </a:r>
          </a:p>
          <a:p>
            <a:pPr lvl="1"/>
            <a:r>
              <a:rPr lang="en-US" dirty="0"/>
              <a:t>Inputs</a:t>
            </a:r>
          </a:p>
          <a:p>
            <a:pPr lvl="1"/>
            <a:r>
              <a:rPr lang="en-US" dirty="0"/>
              <a:t>Transformations </a:t>
            </a:r>
          </a:p>
          <a:p>
            <a:pPr lvl="1"/>
            <a:endParaRPr lang="en-US" dirty="0"/>
          </a:p>
          <a:p>
            <a:r>
              <a:rPr lang="en-US" dirty="0"/>
              <a:t>Different levels of expertise can be used</a:t>
            </a:r>
          </a:p>
          <a:p>
            <a:pPr lvl="1"/>
            <a:r>
              <a:rPr lang="en-US" dirty="0"/>
              <a:t>Expert user: design parametrized transformers from ground  up</a:t>
            </a:r>
          </a:p>
          <a:p>
            <a:pPr lvl="1"/>
            <a:r>
              <a:rPr lang="en-US" dirty="0"/>
              <a:t>Novice user: change parameters, combine existing transformers 	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65140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/>
              <a:t>Enabling technology: AI Content Transformer</a:t>
            </a:r>
            <a:endParaRPr sz="4000" b="1"/>
          </a:p>
        </p:txBody>
      </p:sp>
      <p:sp>
        <p:nvSpPr>
          <p:cNvPr id="119" name="Google Shape;119;p3"/>
          <p:cNvSpPr/>
          <p:nvPr/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3433552" y="2512965"/>
            <a:ext cx="2845717" cy="162155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2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Content Transformer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397" y="4032442"/>
            <a:ext cx="36814" cy="2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3418087" y="1512994"/>
            <a:ext cx="2845718" cy="68326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b="1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AI-generated Haiku</a:t>
            </a:r>
            <a:r>
              <a:rPr lang="en-US" sz="128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80" i="1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Governor Hochul's call, More guardsmen to manage the flow, Migrants seeking hope.</a:t>
            </a:r>
            <a:endParaRPr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649870" y="4542664"/>
            <a:ext cx="2387465" cy="146219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Article content</a:t>
            </a:r>
            <a:r>
              <a:rPr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Gov. Kathy Hochul issued an executive order allowing her to mobilize another 500 National Guardsmen to help manage migrant intake, on top of the 1,000 the state has already mobilized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3683611" y="2605986"/>
            <a:ext cx="1412419" cy="444118"/>
          </a:xfrm>
          <a:prstGeom prst="roundRect">
            <a:avLst>
              <a:gd name="adj" fmla="val 16667"/>
            </a:avLst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Text2Text </a:t>
            </a:r>
            <a:r>
              <a:rPr lang="en-US" sz="144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658298" y="3572390"/>
            <a:ext cx="1412420" cy="451088"/>
          </a:xfrm>
          <a:prstGeom prst="roundRect">
            <a:avLst>
              <a:gd name="adj" fmla="val 16667"/>
            </a:avLst>
          </a:prstGeom>
          <a:solidFill>
            <a:srgbClr val="7F6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Text2Image</a:t>
            </a:r>
            <a:r>
              <a:rPr lang="en-US" sz="144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Model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393537" y="2622596"/>
            <a:ext cx="825876" cy="477741"/>
          </a:xfrm>
          <a:prstGeom prst="snipRoundRect">
            <a:avLst>
              <a:gd name="adj1" fmla="val 16667"/>
              <a:gd name="adj2" fmla="val 16667"/>
            </a:avLst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5391062" y="3552962"/>
            <a:ext cx="822699" cy="466795"/>
          </a:xfrm>
          <a:prstGeom prst="snipRoundRect">
            <a:avLst>
              <a:gd name="adj1" fmla="val 16667"/>
              <a:gd name="adj2" fmla="val 16667"/>
            </a:avLst>
          </a:prstGeom>
          <a:solidFill>
            <a:srgbClr val="7F6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4143997" y="4023478"/>
            <a:ext cx="345839" cy="38856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F6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 rot="10800000">
            <a:off x="4143996" y="2179413"/>
            <a:ext cx="345839" cy="44411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 flipH="1">
            <a:off x="5070762" y="2714264"/>
            <a:ext cx="364977" cy="30124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 flipH="1">
            <a:off x="5032039" y="3646857"/>
            <a:ext cx="347760" cy="30915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6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00227" y="4385385"/>
            <a:ext cx="2779041" cy="1593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668" y="2410283"/>
            <a:ext cx="1971094" cy="185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/>
          <p:nvPr/>
        </p:nvSpPr>
        <p:spPr>
          <a:xfrm>
            <a:off x="6219413" y="4254542"/>
            <a:ext cx="1357081" cy="964158"/>
          </a:xfrm>
          <a:prstGeom prst="bentUpArrow">
            <a:avLst>
              <a:gd name="adj1" fmla="val 14227"/>
              <a:gd name="adj2" fmla="val 17662"/>
              <a:gd name="adj3" fmla="val 24266"/>
            </a:avLst>
          </a:prstGeom>
          <a:solidFill>
            <a:srgbClr val="0C0C0C"/>
          </a:solidFill>
          <a:ln w="12700" cap="flat" cmpd="sng">
            <a:solidFill>
              <a:srgbClr val="26262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 rot="10800000" flipH="1">
            <a:off x="6279269" y="1753442"/>
            <a:ext cx="1238656" cy="701461"/>
          </a:xfrm>
          <a:prstGeom prst="bentUpArrow">
            <a:avLst>
              <a:gd name="adj1" fmla="val 13659"/>
              <a:gd name="adj2" fmla="val 20208"/>
              <a:gd name="adj3" fmla="val 19663"/>
            </a:avLst>
          </a:prstGeom>
          <a:solidFill>
            <a:srgbClr val="0C0C0C"/>
          </a:solidFill>
          <a:ln w="12700" cap="flat" cmpd="sng">
            <a:solidFill>
              <a:srgbClr val="26262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3" descr="Facebook Logo and symbol, meaning, history, PNG, bran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17925" y="3768129"/>
            <a:ext cx="809961" cy="50325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"/>
          <p:cNvSpPr/>
          <p:nvPr/>
        </p:nvSpPr>
        <p:spPr>
          <a:xfrm>
            <a:off x="1667465" y="3123789"/>
            <a:ext cx="298101" cy="50116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C0C0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649870" y="3619283"/>
            <a:ext cx="2362152" cy="416073"/>
          </a:xfrm>
          <a:prstGeom prst="rect">
            <a:avLst/>
          </a:prstGeom>
          <a:solidFill>
            <a:srgbClr val="0C0C0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Prepare Prompt Context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1678972" y="4035356"/>
            <a:ext cx="326548" cy="49549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C0C0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3"/>
          <p:cNvCxnSpPr>
            <a:stCxn id="124" idx="3"/>
            <a:endCxn id="125" idx="1"/>
          </p:cNvCxnSpPr>
          <p:nvPr/>
        </p:nvCxnSpPr>
        <p:spPr>
          <a:xfrm rot="10800000" flipH="1">
            <a:off x="3037335" y="2828161"/>
            <a:ext cx="646200" cy="2445600"/>
          </a:xfrm>
          <a:prstGeom prst="bentConnector3">
            <a:avLst>
              <a:gd name="adj1" fmla="val 50006"/>
            </a:avLst>
          </a:prstGeom>
          <a:noFill/>
          <a:ln w="76200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2" name="Google Shape;142;p3"/>
          <p:cNvCxnSpPr>
            <a:stCxn id="124" idx="3"/>
            <a:endCxn id="126" idx="1"/>
          </p:cNvCxnSpPr>
          <p:nvPr/>
        </p:nvCxnSpPr>
        <p:spPr>
          <a:xfrm rot="10800000" flipH="1">
            <a:off x="3037335" y="3798061"/>
            <a:ext cx="621000" cy="1475700"/>
          </a:xfrm>
          <a:prstGeom prst="bentConnector3">
            <a:avLst>
              <a:gd name="adj1" fmla="val 49997"/>
            </a:avLst>
          </a:prstGeom>
          <a:noFill/>
          <a:ln w="76200" cap="flat" cmpd="sng">
            <a:solidFill>
              <a:srgbClr val="26262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43" name="Google Shape;143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4557" y="1469433"/>
            <a:ext cx="2412778" cy="1675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" descr="New York Times Logo White PNG Images, Free Transparent New York Times Logo  White Download - Kind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9870" y="1538749"/>
            <a:ext cx="640664" cy="64066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"/>
          <p:cNvSpPr txBox="1"/>
          <p:nvPr/>
        </p:nvSpPr>
        <p:spPr>
          <a:xfrm>
            <a:off x="1078915" y="6069811"/>
            <a:ext cx="68218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 AI Content Transformer = Models  +  Prompts +  Composition</a:t>
            </a:r>
            <a:endParaRPr sz="2000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Confidential, do not share</a:t>
            </a:r>
            <a:endParaRPr/>
          </a:p>
        </p:txBody>
      </p:sp>
      <p:pic>
        <p:nvPicPr>
          <p:cNvPr id="147" name="Google Shape;147;p3" descr="A person in military uniform&#10;&#10;Description automatically generated with medium confidenc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419624" y="2072105"/>
            <a:ext cx="1631060" cy="1631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" descr="A picture containing human face, acrylic paint, modern art, art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00272" y="2052920"/>
            <a:ext cx="1631060" cy="16310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"/>
          <p:cNvSpPr txBox="1"/>
          <p:nvPr/>
        </p:nvSpPr>
        <p:spPr>
          <a:xfrm>
            <a:off x="8937913" y="1641954"/>
            <a:ext cx="30964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Text2Image prompts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8815070" y="4270172"/>
            <a:ext cx="30964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Text2Text prompt(Rap)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8667938" y="4665444"/>
            <a:ext cx="3556457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Guard mobilized, what a sight to behold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State's needs are many and needs must be extolled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than a thousand to help with submission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five hundred more for the good of the nation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Governor Hochul's order, a sound decision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assist with the issue that's facing our mission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a vision to manage the migrant intake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National Guard will help with whatever it take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Millions of possible transformations/prompts</a:t>
            </a:r>
            <a:endParaRPr dirty="0"/>
          </a:p>
        </p:txBody>
      </p:sp>
      <p:grpSp>
        <p:nvGrpSpPr>
          <p:cNvPr id="157" name="Google Shape;157;p4"/>
          <p:cNvGrpSpPr/>
          <p:nvPr/>
        </p:nvGrpSpPr>
        <p:grpSpPr>
          <a:xfrm>
            <a:off x="748145" y="2292294"/>
            <a:ext cx="10952019" cy="2498981"/>
            <a:chOff x="0" y="601606"/>
            <a:chExt cx="10952019" cy="2498981"/>
          </a:xfrm>
        </p:grpSpPr>
        <p:sp>
          <p:nvSpPr>
            <p:cNvPr id="158" name="Google Shape;158;p4"/>
            <p:cNvSpPr/>
            <p:nvPr/>
          </p:nvSpPr>
          <p:spPr>
            <a:xfrm>
              <a:off x="0" y="613657"/>
              <a:ext cx="10952019" cy="1110658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335974" y="851504"/>
              <a:ext cx="610862" cy="61086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1282810" y="601606"/>
              <a:ext cx="4928408" cy="1110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4"/>
            <p:cNvSpPr txBox="1"/>
            <p:nvPr/>
          </p:nvSpPr>
          <p:spPr>
            <a:xfrm>
              <a:off x="1282810" y="601606"/>
              <a:ext cx="4928408" cy="1110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7525" tIns="117525" rIns="117525" bIns="117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Entertainment: Fun and entertainment</a:t>
              </a:r>
              <a:endParaRPr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6211218" y="601606"/>
              <a:ext cx="4740800" cy="1110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6211218" y="601606"/>
              <a:ext cx="4740800" cy="1110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7525" tIns="117525" rIns="117525" bIns="117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Tell story as blockbuster movie using Bruce Willis’ voice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Tell story in rhythms or rap or haiku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Illustrate story as a comic strip or Tom and Jerry Style 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0" y="1989929"/>
              <a:ext cx="10952019" cy="1110658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335974" y="2239827"/>
              <a:ext cx="610862" cy="61086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1282810" y="1989929"/>
              <a:ext cx="4928408" cy="1110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1282810" y="1989929"/>
              <a:ext cx="4928408" cy="1110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7525" tIns="117525" rIns="117525" bIns="117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Information: Summarization and analysis</a:t>
              </a:r>
              <a:endParaRPr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6211218" y="1989929"/>
              <a:ext cx="4740800" cy="1110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6211218" y="1989929"/>
              <a:ext cx="4740800" cy="1110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7525" tIns="117525" rIns="117525" bIns="117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Summarize last 10 news item related to economy 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Describe  impact of a news item on a certain stock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Tell about history events around current location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4"/>
          <p:cNvSpPr txBox="1"/>
          <p:nvPr/>
        </p:nvSpPr>
        <p:spPr>
          <a:xfrm>
            <a:off x="3453245" y="5749865"/>
            <a:ext cx="554181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Unleashing the creativity of millions of users!</a:t>
            </a:r>
            <a:endParaRPr sz="2000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Confidential, do not share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7BA2-DA84-EA39-D131-F81CFCD7B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Subscription and payments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9A7F5-C19A-946F-5F57-6BEF0EBEC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content generation on the platform is paid by someone</a:t>
            </a:r>
          </a:p>
          <a:p>
            <a:pPr lvl="1"/>
            <a:r>
              <a:rPr lang="en-US" dirty="0"/>
              <a:t>Preview while constructing/editing</a:t>
            </a:r>
          </a:p>
          <a:p>
            <a:pPr lvl="1"/>
            <a:r>
              <a:rPr lang="en-US" dirty="0"/>
              <a:t>On-demand generation from existing</a:t>
            </a:r>
          </a:p>
          <a:p>
            <a:pPr lvl="1"/>
            <a:r>
              <a:rPr lang="en-US" dirty="0"/>
              <a:t>Periodic generation base don subscription</a:t>
            </a:r>
          </a:p>
          <a:p>
            <a:pPr lvl="1"/>
            <a:endParaRPr lang="en-US" dirty="0"/>
          </a:p>
          <a:p>
            <a:r>
              <a:rPr lang="en-US" dirty="0"/>
              <a:t>What is subscription</a:t>
            </a:r>
          </a:p>
          <a:p>
            <a:pPr lvl="1"/>
            <a:r>
              <a:rPr lang="en-US" dirty="0"/>
              <a:t>Periodic generation based on updated source</a:t>
            </a:r>
          </a:p>
          <a:p>
            <a:pPr lvl="1"/>
            <a:r>
              <a:rPr lang="en-US" dirty="0"/>
              <a:t>Prepaid/Postpaid with discount based on subscription</a:t>
            </a:r>
          </a:p>
          <a:p>
            <a:pPr lvl="1"/>
            <a:r>
              <a:rPr lang="en-US" dirty="0"/>
              <a:t>Delivered automatically to selected publishing platform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66404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382553" y="121298"/>
            <a:ext cx="2995127" cy="1455576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Generative AI APIs 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382553" y="1828800"/>
            <a:ext cx="2995127" cy="1455576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Free and paywalled content providers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382552" y="3573625"/>
            <a:ext cx="2995127" cy="1455576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Professional and casual prompt creators and artists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598436" y="1117341"/>
            <a:ext cx="2995127" cy="288315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PromptArt.AI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5"/>
          <p:cNvCxnSpPr>
            <a:stCxn id="176" idx="3"/>
            <a:endCxn id="179" idx="1"/>
          </p:cNvCxnSpPr>
          <p:nvPr/>
        </p:nvCxnSpPr>
        <p:spPr>
          <a:xfrm>
            <a:off x="3377680" y="849086"/>
            <a:ext cx="1220700" cy="17097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1" name="Google Shape;181;p5"/>
          <p:cNvCxnSpPr>
            <a:stCxn id="177" idx="3"/>
            <a:endCxn id="179" idx="1"/>
          </p:cNvCxnSpPr>
          <p:nvPr/>
        </p:nvCxnSpPr>
        <p:spPr>
          <a:xfrm>
            <a:off x="3377680" y="2556588"/>
            <a:ext cx="1220700" cy="2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2" name="Google Shape;182;p5"/>
          <p:cNvCxnSpPr>
            <a:stCxn id="178" idx="3"/>
            <a:endCxn id="179" idx="1"/>
          </p:cNvCxnSpPr>
          <p:nvPr/>
        </p:nvCxnSpPr>
        <p:spPr>
          <a:xfrm rot="10800000" flipH="1">
            <a:off x="3377679" y="2559013"/>
            <a:ext cx="1220700" cy="1742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3" name="Google Shape;183;p5"/>
          <p:cNvSpPr/>
          <p:nvPr/>
        </p:nvSpPr>
        <p:spPr>
          <a:xfrm flipH="1">
            <a:off x="2176714" y="5248469"/>
            <a:ext cx="3676261" cy="9843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Usage-based revenue share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223094" y="5248469"/>
            <a:ext cx="3573624" cy="9843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Fremium</a:t>
            </a:r>
            <a:r>
              <a:rPr lang="en-U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service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8630813" y="121298"/>
            <a:ext cx="2995127" cy="1455576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PromptArt.AI Web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8630813" y="1838130"/>
            <a:ext cx="2995127" cy="1455576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PromptArt.AI Mobile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8612153" y="3573625"/>
            <a:ext cx="2995127" cy="1455576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0" baseline="30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party platforms and apps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5"/>
          <p:cNvCxnSpPr>
            <a:stCxn id="179" idx="3"/>
            <a:endCxn id="185" idx="1"/>
          </p:cNvCxnSpPr>
          <p:nvPr/>
        </p:nvCxnSpPr>
        <p:spPr>
          <a:xfrm rot="10800000" flipH="1">
            <a:off x="7593563" y="849221"/>
            <a:ext cx="1037400" cy="1709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9" name="Google Shape;189;p5"/>
          <p:cNvCxnSpPr>
            <a:stCxn id="179" idx="3"/>
            <a:endCxn id="186" idx="1"/>
          </p:cNvCxnSpPr>
          <p:nvPr/>
        </p:nvCxnSpPr>
        <p:spPr>
          <a:xfrm>
            <a:off x="7593563" y="2558921"/>
            <a:ext cx="1037400" cy="6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0" name="Google Shape;190;p5"/>
          <p:cNvCxnSpPr>
            <a:stCxn id="179" idx="3"/>
            <a:endCxn id="187" idx="1"/>
          </p:cNvCxnSpPr>
          <p:nvPr/>
        </p:nvCxnSpPr>
        <p:spPr>
          <a:xfrm>
            <a:off x="7593563" y="2558921"/>
            <a:ext cx="1018500" cy="1742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1" name="Google Shape;19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Confidential, do not share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28845-9254-74A8-3265-7230BD8A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MVP Scope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184C5-3C3A-8330-BA33-21A0397B2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Limited sources and models</a:t>
            </a:r>
          </a:p>
          <a:p>
            <a:pPr lvl="1"/>
            <a:r>
              <a:rPr lang="en-US" dirty="0"/>
              <a:t>Source content: RSS/Twitter celebrities/account</a:t>
            </a:r>
          </a:p>
          <a:p>
            <a:pPr lvl="1"/>
            <a:r>
              <a:rPr lang="en-US" dirty="0"/>
              <a:t>Models:  </a:t>
            </a:r>
            <a:r>
              <a:rPr lang="en-US" dirty="0" err="1"/>
              <a:t>OpenAI</a:t>
            </a:r>
            <a:r>
              <a:rPr lang="en-US" dirty="0"/>
              <a:t>  (text2text and text2image)</a:t>
            </a:r>
          </a:p>
          <a:p>
            <a:pPr lvl="1"/>
            <a:endParaRPr lang="en-US" dirty="0"/>
          </a:p>
          <a:p>
            <a:r>
              <a:rPr lang="en-US" dirty="0"/>
              <a:t>Limited editing and construction</a:t>
            </a:r>
          </a:p>
          <a:p>
            <a:pPr lvl="1"/>
            <a:r>
              <a:rPr lang="en-US" b="1" dirty="0"/>
              <a:t>Create  a new custom feed from feed + op</a:t>
            </a:r>
          </a:p>
          <a:p>
            <a:pPr lvl="1"/>
            <a:r>
              <a:rPr lang="en-US" dirty="0"/>
              <a:t>Create a new custom op by combining other ops</a:t>
            </a:r>
          </a:p>
          <a:p>
            <a:pPr lvl="1"/>
            <a:r>
              <a:rPr lang="en-US" dirty="0"/>
              <a:t>Create custom op by modifying/customizing existing op  </a:t>
            </a:r>
          </a:p>
          <a:p>
            <a:pPr lvl="1"/>
            <a:endParaRPr lang="en-US" dirty="0"/>
          </a:p>
          <a:p>
            <a:r>
              <a:rPr lang="en-US" dirty="0"/>
              <a:t>Limited view and consumption</a:t>
            </a:r>
          </a:p>
          <a:p>
            <a:r>
              <a:rPr lang="en-US" dirty="0"/>
              <a:t>Limited payments and billing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68164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/>
          <p:nvPr/>
        </p:nvSpPr>
        <p:spPr>
          <a:xfrm>
            <a:off x="3702698" y="3227953"/>
            <a:ext cx="1772817" cy="1484006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636041" y="3227952"/>
            <a:ext cx="1772817" cy="1484007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>
            <a:spLocks noGrp="1"/>
          </p:cNvSpPr>
          <p:nvPr>
            <p:ph type="title"/>
          </p:nvPr>
        </p:nvSpPr>
        <p:spPr>
          <a:xfrm>
            <a:off x="821883" y="181518"/>
            <a:ext cx="10515600" cy="352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>Content Aggregators vs. Content Transformers</a:t>
            </a:r>
            <a:endParaRPr b="1"/>
          </a:p>
        </p:txBody>
      </p:sp>
      <p:sp>
        <p:nvSpPr>
          <p:cNvPr id="199" name="Google Shape;199;p6"/>
          <p:cNvSpPr/>
          <p:nvPr/>
        </p:nvSpPr>
        <p:spPr>
          <a:xfrm>
            <a:off x="567616" y="970388"/>
            <a:ext cx="1418253" cy="765110"/>
          </a:xfrm>
          <a:prstGeom prst="rect">
            <a:avLst/>
          </a:prstGeom>
          <a:solidFill>
            <a:srgbClr val="C55A1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Source A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Publisher  XX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2312437" y="981569"/>
            <a:ext cx="1418253" cy="765111"/>
          </a:xfrm>
          <a:prstGeom prst="rect">
            <a:avLst/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Source B: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UGC User YY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057263" y="951724"/>
            <a:ext cx="1418252" cy="765111"/>
          </a:xfrm>
          <a:prstGeom prst="rect">
            <a:avLst/>
          </a:prstGeom>
          <a:solidFill>
            <a:srgbClr val="7F6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Source C: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Artist ZZ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567616" y="2220690"/>
            <a:ext cx="4917233" cy="643812"/>
          </a:xfrm>
          <a:prstGeom prst="roundRect">
            <a:avLst>
              <a:gd name="adj" fmla="val 16667"/>
            </a:avLst>
          </a:prstGeom>
          <a:solidFill>
            <a:srgbClr val="0C0C0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 Aggregation Platform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Social (Facebook), Images (Instagram), Video (YouTube)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739449" y="3334802"/>
            <a:ext cx="468086" cy="326215"/>
          </a:xfrm>
          <a:prstGeom prst="rect">
            <a:avLst/>
          </a:prstGeom>
          <a:solidFill>
            <a:srgbClr val="C55A1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6" descr="User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468" y="496189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6" descr="Use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1906" y="4961893"/>
            <a:ext cx="914400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6"/>
          <p:cNvCxnSpPr>
            <a:stCxn id="199" idx="2"/>
            <a:endCxn id="202" idx="0"/>
          </p:cNvCxnSpPr>
          <p:nvPr/>
        </p:nvCxnSpPr>
        <p:spPr>
          <a:xfrm rot="-5400000" flipH="1">
            <a:off x="1908993" y="1103248"/>
            <a:ext cx="485100" cy="1749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7" name="Google Shape;207;p6"/>
          <p:cNvCxnSpPr>
            <a:stCxn id="200" idx="2"/>
            <a:endCxn id="202" idx="0"/>
          </p:cNvCxnSpPr>
          <p:nvPr/>
        </p:nvCxnSpPr>
        <p:spPr>
          <a:xfrm rot="-5400000" flipH="1">
            <a:off x="2786964" y="1981280"/>
            <a:ext cx="474000" cy="4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8" name="Google Shape;208;p6"/>
          <p:cNvCxnSpPr>
            <a:stCxn id="201" idx="2"/>
            <a:endCxn id="202" idx="0"/>
          </p:cNvCxnSpPr>
          <p:nvPr/>
        </p:nvCxnSpPr>
        <p:spPr>
          <a:xfrm rot="5400000">
            <a:off x="3644239" y="1098685"/>
            <a:ext cx="504000" cy="1740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9" name="Google Shape;209;p6"/>
          <p:cNvCxnSpPr>
            <a:stCxn id="202" idx="2"/>
            <a:endCxn id="197" idx="0"/>
          </p:cNvCxnSpPr>
          <p:nvPr/>
        </p:nvCxnSpPr>
        <p:spPr>
          <a:xfrm rot="5400000">
            <a:off x="2092483" y="2294352"/>
            <a:ext cx="363600" cy="1503900"/>
          </a:xfrm>
          <a:prstGeom prst="bentConnector3">
            <a:avLst>
              <a:gd name="adj1" fmla="val 4998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0" name="Google Shape;210;p6"/>
          <p:cNvCxnSpPr>
            <a:stCxn id="202" idx="2"/>
            <a:endCxn id="196" idx="0"/>
          </p:cNvCxnSpPr>
          <p:nvPr/>
        </p:nvCxnSpPr>
        <p:spPr>
          <a:xfrm rot="-5400000" flipH="1">
            <a:off x="3625932" y="2264802"/>
            <a:ext cx="363600" cy="1563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1" name="Google Shape;211;p6"/>
          <p:cNvCxnSpPr>
            <a:stCxn id="197" idx="2"/>
            <a:endCxn id="204" idx="0"/>
          </p:cNvCxnSpPr>
          <p:nvPr/>
        </p:nvCxnSpPr>
        <p:spPr>
          <a:xfrm rot="-5400000" flipH="1">
            <a:off x="1400650" y="4833759"/>
            <a:ext cx="249900" cy="6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2" name="Google Shape;212;p6"/>
          <p:cNvCxnSpPr>
            <a:stCxn id="196" idx="2"/>
            <a:endCxn id="205" idx="0"/>
          </p:cNvCxnSpPr>
          <p:nvPr/>
        </p:nvCxnSpPr>
        <p:spPr>
          <a:xfrm>
            <a:off x="4589107" y="4711959"/>
            <a:ext cx="0" cy="24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3" name="Google Shape;213;p6"/>
          <p:cNvSpPr txBox="1"/>
          <p:nvPr/>
        </p:nvSpPr>
        <p:spPr>
          <a:xfrm>
            <a:off x="1045805" y="5876293"/>
            <a:ext cx="131406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Consumer 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4022269" y="5876293"/>
            <a:ext cx="131406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Consumer 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9713942" y="3227952"/>
            <a:ext cx="1772817" cy="1484007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6569526" y="3227952"/>
            <a:ext cx="1772817" cy="1484007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578860" y="970387"/>
            <a:ext cx="1418253" cy="765110"/>
          </a:xfrm>
          <a:prstGeom prst="rect">
            <a:avLst/>
          </a:prstGeom>
          <a:solidFill>
            <a:srgbClr val="C55A1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Source A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Publisher  XX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323681" y="981568"/>
            <a:ext cx="1418253" cy="765111"/>
          </a:xfrm>
          <a:prstGeom prst="rect">
            <a:avLst/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Source B: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UGC User YY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0068507" y="951723"/>
            <a:ext cx="1418252" cy="765111"/>
          </a:xfrm>
          <a:prstGeom prst="rect">
            <a:avLst/>
          </a:prstGeom>
          <a:solidFill>
            <a:srgbClr val="7F6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Source C: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Artist ZZ</a:t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6578861" y="2220689"/>
            <a:ext cx="2974130" cy="643812"/>
          </a:xfrm>
          <a:prstGeom prst="roundRect">
            <a:avLst>
              <a:gd name="adj" fmla="val 16667"/>
            </a:avLst>
          </a:prstGeom>
          <a:solidFill>
            <a:srgbClr val="0C0C0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 Transformation Platform(PromptArt.AI)</a:t>
            </a:r>
            <a:endParaRPr/>
          </a:p>
        </p:txBody>
      </p:sp>
      <p:pic>
        <p:nvPicPr>
          <p:cNvPr id="221" name="Google Shape;221;p6" descr="User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8733" y="4963447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6" descr="Use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43150" y="4963447"/>
            <a:ext cx="914400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6"/>
          <p:cNvCxnSpPr>
            <a:stCxn id="217" idx="2"/>
            <a:endCxn id="220" idx="0"/>
          </p:cNvCxnSpPr>
          <p:nvPr/>
        </p:nvCxnSpPr>
        <p:spPr>
          <a:xfrm rot="-5400000" flipH="1">
            <a:off x="7434387" y="1589097"/>
            <a:ext cx="485100" cy="777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4" name="Google Shape;224;p6"/>
          <p:cNvCxnSpPr>
            <a:stCxn id="218" idx="2"/>
            <a:endCxn id="220" idx="0"/>
          </p:cNvCxnSpPr>
          <p:nvPr/>
        </p:nvCxnSpPr>
        <p:spPr>
          <a:xfrm rot="5400000">
            <a:off x="8312358" y="1500229"/>
            <a:ext cx="474000" cy="966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5" name="Google Shape;225;p6"/>
          <p:cNvCxnSpPr>
            <a:stCxn id="219" idx="2"/>
            <a:endCxn id="220" idx="0"/>
          </p:cNvCxnSpPr>
          <p:nvPr/>
        </p:nvCxnSpPr>
        <p:spPr>
          <a:xfrm rot="5400000">
            <a:off x="9169783" y="612984"/>
            <a:ext cx="504000" cy="2711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6" name="Google Shape;226;p6"/>
          <p:cNvCxnSpPr>
            <a:stCxn id="220" idx="2"/>
            <a:endCxn id="216" idx="0"/>
          </p:cNvCxnSpPr>
          <p:nvPr/>
        </p:nvCxnSpPr>
        <p:spPr>
          <a:xfrm rot="5400000">
            <a:off x="7579176" y="2741351"/>
            <a:ext cx="363600" cy="609900"/>
          </a:xfrm>
          <a:prstGeom prst="bentConnector3">
            <a:avLst>
              <a:gd name="adj1" fmla="val 4998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7" name="Google Shape;227;p6"/>
          <p:cNvCxnSpPr>
            <a:stCxn id="220" idx="2"/>
            <a:endCxn id="215" idx="0"/>
          </p:cNvCxnSpPr>
          <p:nvPr/>
        </p:nvCxnSpPr>
        <p:spPr>
          <a:xfrm rot="-5400000" flipH="1">
            <a:off x="9151326" y="1779101"/>
            <a:ext cx="363600" cy="2534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8" name="Google Shape;228;p6"/>
          <p:cNvCxnSpPr>
            <a:stCxn id="216" idx="2"/>
            <a:endCxn id="221" idx="0"/>
          </p:cNvCxnSpPr>
          <p:nvPr/>
        </p:nvCxnSpPr>
        <p:spPr>
          <a:xfrm rot="-5400000" flipH="1">
            <a:off x="7330535" y="4837359"/>
            <a:ext cx="2514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9" name="Google Shape;229;p6"/>
          <p:cNvCxnSpPr>
            <a:stCxn id="215" idx="2"/>
            <a:endCxn id="222" idx="0"/>
          </p:cNvCxnSpPr>
          <p:nvPr/>
        </p:nvCxnSpPr>
        <p:spPr>
          <a:xfrm>
            <a:off x="10600351" y="4711959"/>
            <a:ext cx="0" cy="251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0" name="Google Shape;230;p6"/>
          <p:cNvSpPr txBox="1"/>
          <p:nvPr/>
        </p:nvSpPr>
        <p:spPr>
          <a:xfrm>
            <a:off x="6893348" y="5876293"/>
            <a:ext cx="131406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Consumer 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10133179" y="5876293"/>
            <a:ext cx="131406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Consumer 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10239607" y="2209468"/>
            <a:ext cx="1247970" cy="218548"/>
          </a:xfrm>
          <a:prstGeom prst="rect">
            <a:avLst/>
          </a:prstGeom>
          <a:solidFill>
            <a:srgbClr val="2E75B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transformer 1</a:t>
            </a:r>
            <a:endParaRPr sz="1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10238789" y="2437580"/>
            <a:ext cx="1247970" cy="218549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transformer 2</a:t>
            </a:r>
            <a:endParaRPr sz="1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10249759" y="2656130"/>
            <a:ext cx="1247970" cy="22973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transformer 3</a:t>
            </a:r>
            <a:endParaRPr sz="1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739449" y="3765920"/>
            <a:ext cx="468086" cy="326215"/>
          </a:xfrm>
          <a:prstGeom prst="rect">
            <a:avLst/>
          </a:prstGeom>
          <a:solidFill>
            <a:srgbClr val="833C0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739449" y="4227200"/>
            <a:ext cx="468086" cy="326215"/>
          </a:xfrm>
          <a:prstGeom prst="rect">
            <a:avLst/>
          </a:prstGeom>
          <a:solidFill>
            <a:srgbClr val="C55A1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1317174" y="3334802"/>
            <a:ext cx="468086" cy="326215"/>
          </a:xfrm>
          <a:prstGeom prst="rect">
            <a:avLst/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1317174" y="3765920"/>
            <a:ext cx="468086" cy="326215"/>
          </a:xfrm>
          <a:prstGeom prst="rect">
            <a:avLst/>
          </a:prstGeom>
          <a:solidFill>
            <a:srgbClr val="833C0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1317174" y="4227200"/>
            <a:ext cx="468086" cy="326215"/>
          </a:xfrm>
          <a:prstGeom prst="rect">
            <a:avLst/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1855238" y="3334802"/>
            <a:ext cx="468086" cy="326215"/>
          </a:xfrm>
          <a:prstGeom prst="rect">
            <a:avLst/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1855238" y="3765920"/>
            <a:ext cx="468086" cy="326215"/>
          </a:xfrm>
          <a:prstGeom prst="rect">
            <a:avLst/>
          </a:prstGeom>
          <a:solidFill>
            <a:srgbClr val="C55A1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1855238" y="4227200"/>
            <a:ext cx="468086" cy="326215"/>
          </a:xfrm>
          <a:prstGeom prst="rect">
            <a:avLst/>
          </a:prstGeom>
          <a:solidFill>
            <a:srgbClr val="833C0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3807276" y="3315556"/>
            <a:ext cx="468086" cy="326215"/>
          </a:xfrm>
          <a:prstGeom prst="rect">
            <a:avLst/>
          </a:prstGeom>
          <a:solidFill>
            <a:srgbClr val="C55A1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3807276" y="3746674"/>
            <a:ext cx="468086" cy="326215"/>
          </a:xfrm>
          <a:prstGeom prst="rect">
            <a:avLst/>
          </a:prstGeom>
          <a:solidFill>
            <a:srgbClr val="833C0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3807276" y="4207954"/>
            <a:ext cx="468086" cy="326215"/>
          </a:xfrm>
          <a:prstGeom prst="rect">
            <a:avLst/>
          </a:prstGeom>
          <a:solidFill>
            <a:srgbClr val="C55A1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385001" y="3315556"/>
            <a:ext cx="468086" cy="326215"/>
          </a:xfrm>
          <a:prstGeom prst="rect">
            <a:avLst/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385001" y="3746674"/>
            <a:ext cx="468086" cy="326215"/>
          </a:xfrm>
          <a:prstGeom prst="rect">
            <a:avLst/>
          </a:prstGeom>
          <a:solidFill>
            <a:srgbClr val="833C0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4385001" y="4207954"/>
            <a:ext cx="468086" cy="326215"/>
          </a:xfrm>
          <a:prstGeom prst="rect">
            <a:avLst/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4923065" y="3315556"/>
            <a:ext cx="468086" cy="326215"/>
          </a:xfrm>
          <a:prstGeom prst="rect">
            <a:avLst/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4923065" y="3746674"/>
            <a:ext cx="468086" cy="326215"/>
          </a:xfrm>
          <a:prstGeom prst="rect">
            <a:avLst/>
          </a:prstGeom>
          <a:solidFill>
            <a:srgbClr val="C55A1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4923065" y="4207954"/>
            <a:ext cx="468086" cy="326215"/>
          </a:xfrm>
          <a:prstGeom prst="rect">
            <a:avLst/>
          </a:prstGeom>
          <a:solidFill>
            <a:srgbClr val="833C0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6655830" y="3281428"/>
            <a:ext cx="1581542" cy="373523"/>
          </a:xfrm>
          <a:prstGeom prst="rect">
            <a:avLst/>
          </a:prstGeom>
          <a:solidFill>
            <a:srgbClr val="2E75B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6655830" y="3742265"/>
            <a:ext cx="1581542" cy="373523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6665164" y="4201013"/>
            <a:ext cx="1581542" cy="373523"/>
          </a:xfrm>
          <a:prstGeom prst="rect">
            <a:avLst/>
          </a:prstGeom>
          <a:solidFill>
            <a:srgbClr val="F7CAA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7766185" y="3334802"/>
            <a:ext cx="349115" cy="281427"/>
          </a:xfrm>
          <a:prstGeom prst="rect">
            <a:avLst/>
          </a:prstGeom>
          <a:solidFill>
            <a:srgbClr val="C55A1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7371569" y="3782970"/>
            <a:ext cx="349115" cy="281427"/>
          </a:xfrm>
          <a:prstGeom prst="rect">
            <a:avLst/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7799028" y="3792372"/>
            <a:ext cx="349115" cy="281427"/>
          </a:xfrm>
          <a:prstGeom prst="rect">
            <a:avLst/>
          </a:prstGeom>
          <a:solidFill>
            <a:srgbClr val="C55A1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7766959" y="4247062"/>
            <a:ext cx="349115" cy="281427"/>
          </a:xfrm>
          <a:prstGeom prst="rect">
            <a:avLst/>
          </a:prstGeom>
          <a:solidFill>
            <a:srgbClr val="7F6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9842246" y="3306028"/>
            <a:ext cx="1581542" cy="373523"/>
          </a:xfrm>
          <a:prstGeom prst="rect">
            <a:avLst/>
          </a:prstGeom>
          <a:solidFill>
            <a:srgbClr val="F7CAA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9851580" y="4225613"/>
            <a:ext cx="1581542" cy="373523"/>
          </a:xfrm>
          <a:prstGeom prst="rect">
            <a:avLst/>
          </a:prstGeom>
          <a:solidFill>
            <a:srgbClr val="F7CAA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10952601" y="3359402"/>
            <a:ext cx="349115" cy="281427"/>
          </a:xfrm>
          <a:prstGeom prst="rect">
            <a:avLst/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10557985" y="3807570"/>
            <a:ext cx="349115" cy="281427"/>
          </a:xfrm>
          <a:prstGeom prst="rect">
            <a:avLst/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9842246" y="3761521"/>
            <a:ext cx="1581542" cy="373523"/>
          </a:xfrm>
          <a:prstGeom prst="rect">
            <a:avLst/>
          </a:prstGeom>
          <a:solidFill>
            <a:srgbClr val="2E75B5"/>
          </a:solidFill>
          <a:ln w="127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10957451" y="3816972"/>
            <a:ext cx="349115" cy="281427"/>
          </a:xfrm>
          <a:prstGeom prst="rect">
            <a:avLst/>
          </a:prstGeom>
          <a:solidFill>
            <a:srgbClr val="38562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11001766" y="4262348"/>
            <a:ext cx="349115" cy="281427"/>
          </a:xfrm>
          <a:prstGeom prst="rect">
            <a:avLst/>
          </a:prstGeom>
          <a:solidFill>
            <a:srgbClr val="7F6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10540110" y="4262348"/>
            <a:ext cx="349115" cy="281427"/>
          </a:xfrm>
          <a:prstGeom prst="rect">
            <a:avLst/>
          </a:prstGeom>
          <a:solidFill>
            <a:srgbClr val="7F6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1000208" y="6144997"/>
            <a:ext cx="4370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Personalization via selection and filtering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6665164" y="6125425"/>
            <a:ext cx="51566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Personalization via transformation and adaptation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Confidential, do not share</a:t>
            </a:r>
            <a:endParaRPr/>
          </a:p>
        </p:txBody>
      </p:sp>
      <p:cxnSp>
        <p:nvCxnSpPr>
          <p:cNvPr id="270" name="Google Shape;270;p6"/>
          <p:cNvCxnSpPr>
            <a:stCxn id="232" idx="1"/>
            <a:endCxn id="220" idx="3"/>
          </p:cNvCxnSpPr>
          <p:nvPr/>
        </p:nvCxnSpPr>
        <p:spPr>
          <a:xfrm flipH="1">
            <a:off x="9552907" y="2318742"/>
            <a:ext cx="686700" cy="223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1" name="Google Shape;271;p6"/>
          <p:cNvCxnSpPr>
            <a:stCxn id="233" idx="1"/>
            <a:endCxn id="220" idx="3"/>
          </p:cNvCxnSpPr>
          <p:nvPr/>
        </p:nvCxnSpPr>
        <p:spPr>
          <a:xfrm rot="10800000">
            <a:off x="9552989" y="2542655"/>
            <a:ext cx="685800" cy="4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2" name="Google Shape;272;p6"/>
          <p:cNvCxnSpPr>
            <a:stCxn id="234" idx="1"/>
            <a:endCxn id="220" idx="3"/>
          </p:cNvCxnSpPr>
          <p:nvPr/>
        </p:nvCxnSpPr>
        <p:spPr>
          <a:xfrm rot="10800000">
            <a:off x="9552859" y="2542696"/>
            <a:ext cx="696900" cy="228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58209" y="260019"/>
            <a:ext cx="11167447" cy="59330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5C2C2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 txBox="1">
            <a:spLocks noGrp="1"/>
          </p:cNvSpPr>
          <p:nvPr>
            <p:ph type="title"/>
          </p:nvPr>
        </p:nvSpPr>
        <p:spPr>
          <a:xfrm>
            <a:off x="1115568" y="509521"/>
            <a:ext cx="10232136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Buy-side Ecosystem</a:t>
            </a:r>
            <a:endParaRPr sz="4000"/>
          </a:p>
        </p:txBody>
      </p:sp>
      <p:sp>
        <p:nvSpPr>
          <p:cNvPr id="280" name="Google Shape;280;p7"/>
          <p:cNvSpPr/>
          <p:nvPr/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1" name="Google Shape;281;p7"/>
          <p:cNvGrpSpPr/>
          <p:nvPr/>
        </p:nvGrpSpPr>
        <p:grpSpPr>
          <a:xfrm>
            <a:off x="768927" y="1362982"/>
            <a:ext cx="10578777" cy="4644057"/>
            <a:chOff x="0" y="567"/>
            <a:chExt cx="10578777" cy="4644057"/>
          </a:xfrm>
        </p:grpSpPr>
        <p:sp>
          <p:nvSpPr>
            <p:cNvPr id="282" name="Google Shape;282;p7"/>
            <p:cNvSpPr/>
            <p:nvPr/>
          </p:nvSpPr>
          <p:spPr>
            <a:xfrm>
              <a:off x="0" y="567"/>
              <a:ext cx="10578777" cy="1326873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401379" y="299113"/>
              <a:ext cx="729780" cy="72978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1532539" y="567"/>
              <a:ext cx="4760449" cy="1326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7"/>
            <p:cNvSpPr txBox="1"/>
            <p:nvPr/>
          </p:nvSpPr>
          <p:spPr>
            <a:xfrm>
              <a:off x="1532539" y="567"/>
              <a:ext cx="4760449" cy="1326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425" tIns="140425" rIns="140425" bIns="140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Content providers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public , private and UGC catalogue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6292989" y="567"/>
              <a:ext cx="4285787" cy="1326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7"/>
            <p:cNvSpPr txBox="1"/>
            <p:nvPr/>
          </p:nvSpPr>
          <p:spPr>
            <a:xfrm>
              <a:off x="6292989" y="567"/>
              <a:ext cx="4285787" cy="1326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425" tIns="140425" rIns="140425" bIns="140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Freely available (NYT headlines)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Paywalled subscription (NYT articles)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Crowd-sourced (RSS submitted by a user)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User provisioned  (my current google location)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0" y="1659159"/>
              <a:ext cx="10578777" cy="1326873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401379" y="1957706"/>
              <a:ext cx="729780" cy="72978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1532539" y="1659159"/>
              <a:ext cx="4760449" cy="1326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7"/>
            <p:cNvSpPr txBox="1"/>
            <p:nvPr/>
          </p:nvSpPr>
          <p:spPr>
            <a:xfrm>
              <a:off x="1532539" y="1659159"/>
              <a:ext cx="4760449" cy="1326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425" tIns="140425" rIns="140425" bIns="140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AI API providers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internal and externally hosted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6292989" y="1659159"/>
              <a:ext cx="4285787" cy="1326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7"/>
            <p:cNvSpPr txBox="1"/>
            <p:nvPr/>
          </p:nvSpPr>
          <p:spPr>
            <a:xfrm>
              <a:off x="6292989" y="1659159"/>
              <a:ext cx="4285787" cy="1326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425" tIns="140425" rIns="140425" bIns="140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n-US" sz="13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Text2Text (</a:t>
              </a:r>
              <a:r>
                <a:rPr lang="en-US" sz="13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openAI</a:t>
              </a:r>
              <a:r>
                <a:rPr lang="en-US" sz="13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3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chatGPT</a:t>
              </a:r>
              <a:r>
                <a:rPr lang="en-US" sz="13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n-US" sz="13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Text2Image (</a:t>
              </a:r>
              <a:r>
                <a:rPr lang="en-US" sz="13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openAI</a:t>
              </a:r>
              <a:r>
                <a:rPr lang="en-US" sz="13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DALL-E)</a:t>
              </a:r>
              <a:endParaRPr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n-US" sz="13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Image2Text (TBD), Text2Voice</a:t>
              </a:r>
              <a:endParaRPr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n-US" sz="13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Vocie2Voice (celebrity voice change)</a:t>
              </a:r>
              <a:endParaRPr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0" y="3317751"/>
              <a:ext cx="10578777" cy="1326873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401379" y="3616298"/>
              <a:ext cx="729780" cy="72978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1532539" y="3317751"/>
              <a:ext cx="4760449" cy="1326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7"/>
            <p:cNvSpPr txBox="1"/>
            <p:nvPr/>
          </p:nvSpPr>
          <p:spPr>
            <a:xfrm>
              <a:off x="1532539" y="3317751"/>
              <a:ext cx="4760449" cy="1326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425" tIns="140425" rIns="140425" bIns="140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Transformers(prompts) artists and engineers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professional, casual(UGC) and enterprise creators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6292989" y="3317751"/>
              <a:ext cx="4285787" cy="1326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7"/>
            <p:cNvSpPr txBox="1"/>
            <p:nvPr/>
          </p:nvSpPr>
          <p:spPr>
            <a:xfrm>
              <a:off x="6292989" y="3317751"/>
              <a:ext cx="4285787" cy="1326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425" tIns="140425" rIns="140425" bIns="140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Fun (create fun version of news) 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Insights (analyze news in the context of my investments)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Advertisement (inject product and brand in the news)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Summarization (summarize latest corporate emails with ) 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0" name="Google Shape;300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Confidential, do not share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4472C4">
                  <a:alpha val="40784"/>
                </a:srgbClr>
              </a:gs>
              <a:gs pos="74000">
                <a:srgbClr val="8DA9DB">
                  <a:alpha val="0"/>
                </a:srgbClr>
              </a:gs>
              <a:gs pos="100000">
                <a:srgbClr val="8DA9DB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78000">
                <a:srgbClr val="4472C4">
                  <a:alpha val="14901"/>
                </a:srgbClr>
              </a:gs>
              <a:gs pos="100000">
                <a:srgbClr val="4472C4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 txBox="1"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Sell-side customers</a:t>
            </a:r>
            <a:endParaRPr sz="4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 txBox="1">
            <a:spLocks noGrp="1"/>
          </p:cNvSpPr>
          <p:nvPr>
            <p:ph type="ftr" idx="11"/>
          </p:nvPr>
        </p:nvSpPr>
        <p:spPr>
          <a:xfrm rot="5400000">
            <a:off x="-1828800" y="200253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Confidential, do not share</a:t>
            </a:r>
            <a:endParaRPr/>
          </a:p>
        </p:txBody>
      </p:sp>
      <p:graphicFrame>
        <p:nvGraphicFramePr>
          <p:cNvPr id="311" name="Google Shape;311;p8"/>
          <p:cNvGraphicFramePr/>
          <p:nvPr>
            <p:extLst>
              <p:ext uri="{D42A27DB-BD31-4B8C-83A1-F6EECF244321}">
                <p14:modId xmlns:p14="http://schemas.microsoft.com/office/powerpoint/2010/main" val="948894099"/>
              </p:ext>
            </p:extLst>
          </p:nvPr>
        </p:nvGraphicFramePr>
        <p:xfrm>
          <a:off x="457199" y="2385534"/>
          <a:ext cx="11327550" cy="3660200"/>
        </p:xfrm>
        <a:graphic>
          <a:graphicData uri="http://schemas.openxmlformats.org/drawingml/2006/table">
            <a:tbl>
              <a:tblPr firstRow="1" firstCol="1" bandRow="1">
                <a:noFill/>
                <a:tableStyleId>{DB2C058E-AAA7-4CA8-9E2E-76ED0D1BB72B}</a:tableStyleId>
              </a:tblPr>
              <a:tblGrid>
                <a:gridCol w="243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17275" marT="117275" marB="1172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8F9A9D">
                          <a:alpha val="6000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cap="none" dirty="0">
                          <a:solidFill>
                            <a:srgbClr val="3F3F3F"/>
                          </a:solidFill>
                        </a:rPr>
                        <a:t>Consumer</a:t>
                      </a:r>
                      <a:endParaRPr sz="1600" b="1" cap="none" dirty="0">
                        <a:solidFill>
                          <a:srgbClr val="3F3F3F"/>
                        </a:solidFill>
                      </a:endParaRPr>
                    </a:p>
                  </a:txBody>
                  <a:tcPr marL="195450" marR="117275" marT="117275" marB="1172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8F9A9D">
                          <a:alpha val="6000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cap="none" dirty="0">
                          <a:solidFill>
                            <a:srgbClr val="3F3F3F"/>
                          </a:solidFill>
                        </a:rPr>
                        <a:t>Influencer</a:t>
                      </a:r>
                      <a:endParaRPr sz="1600" b="1" cap="none" dirty="0">
                        <a:solidFill>
                          <a:srgbClr val="3F3F3F"/>
                        </a:solidFill>
                      </a:endParaRPr>
                    </a:p>
                  </a:txBody>
                  <a:tcPr marL="195450" marR="117275" marT="117275" marB="11727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8F9A9D">
                          <a:alpha val="6000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cap="none">
                          <a:solidFill>
                            <a:srgbClr val="3F3F3F"/>
                          </a:solidFill>
                        </a:rPr>
                        <a:t>Primary usage</a:t>
                      </a:r>
                      <a:endParaRPr sz="1400" b="1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Consume stream of personalized Infotainment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Example: Read personalized news</a:t>
                      </a:r>
                      <a:endParaRPr sz="1400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Share stream of unique infotainment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Example: Reshare news haiku on twitter</a:t>
                      </a:r>
                      <a:endParaRPr sz="1400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cap="none">
                          <a:solidFill>
                            <a:srgbClr val="3F3F3F"/>
                          </a:solidFill>
                        </a:rPr>
                        <a:t>Primary channel</a:t>
                      </a:r>
                      <a:endParaRPr sz="1400" b="1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Instant messaging and e-mail inbox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Example: Telegram, Facebook Messenger, E-mail</a:t>
                      </a:r>
                      <a:endParaRPr sz="1400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Social network posts and drafts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Example: Facebook, Instagram</a:t>
                      </a:r>
                      <a:endParaRPr sz="1400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cap="none">
                          <a:solidFill>
                            <a:srgbClr val="3F3F3F"/>
                          </a:solidFill>
                        </a:rPr>
                        <a:t>Additional channels</a:t>
                      </a:r>
                      <a:endParaRPr sz="1400" b="1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Integrate with social media/news feed for users' eyes’ only</a:t>
                      </a:r>
                      <a:endParaRPr sz="1400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Creator tool/playground for experimentation and preview</a:t>
                      </a:r>
                      <a:endParaRPr sz="1400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cap="none">
                          <a:solidFill>
                            <a:srgbClr val="3F3F3F"/>
                          </a:solidFill>
                        </a:rPr>
                        <a:t>Primary data sources</a:t>
                      </a:r>
                      <a:endParaRPr sz="1400" b="1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Private and catalogue-provided data sources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Examples: My locations, Elon Mask twitter </a:t>
                      </a:r>
                      <a:endParaRPr sz="1400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Mostly catalogue provided data sources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Examples: Latest headlines, random Amazon book</a:t>
                      </a:r>
                      <a:endParaRPr sz="1400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cap="none">
                          <a:solidFill>
                            <a:srgbClr val="3F3F3F"/>
                          </a:solidFill>
                        </a:rPr>
                        <a:t>Primary transformers</a:t>
                      </a:r>
                      <a:endParaRPr sz="1400" b="1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Mostly from catalogue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>
                          <a:solidFill>
                            <a:srgbClr val="3F3F3F"/>
                          </a:solidFill>
                        </a:rPr>
                        <a:t>Examples: Location history, comic news</a:t>
                      </a:r>
                      <a:endParaRPr sz="1400" cap="none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 dirty="0">
                          <a:solidFill>
                            <a:srgbClr val="3F3F3F"/>
                          </a:solidFill>
                        </a:rPr>
                        <a:t>Mostly custom unique transformers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cap="none" dirty="0">
                          <a:solidFill>
                            <a:srgbClr val="3F3F3F"/>
                          </a:solidFill>
                        </a:rPr>
                        <a:t>Examples: News from aliens' perspective</a:t>
                      </a:r>
                      <a:endParaRPr sz="1400" cap="none" dirty="0">
                        <a:solidFill>
                          <a:srgbClr val="3F3F3F"/>
                        </a:solidFill>
                      </a:endParaRPr>
                    </a:p>
                  </a:txBody>
                  <a:tcPr marL="195450" marR="101650" marT="101650" marB="1016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7" name="Google Shape;317;p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18" name="Google Shape;318;p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BF9000">
                <a:alpha val="666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p9"/>
          <p:cNvSpPr/>
          <p:nvPr/>
        </p:nvSpPr>
        <p:spPr>
          <a:xfrm>
            <a:off x="0" y="0"/>
            <a:ext cx="12188823" cy="3141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 txBox="1">
            <a:spLocks noGrp="1"/>
          </p:cNvSpPr>
          <p:nvPr>
            <p:ph type="title"/>
          </p:nvPr>
        </p:nvSpPr>
        <p:spPr>
          <a:xfrm>
            <a:off x="550864" y="365125"/>
            <a:ext cx="1109027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/>
              <a:t>Unleashing Prompt Artists’ creativity</a:t>
            </a:r>
            <a:endParaRPr sz="4000"/>
          </a:p>
        </p:txBody>
      </p:sp>
      <p:sp>
        <p:nvSpPr>
          <p:cNvPr id="322" name="Google Shape;322;p9"/>
          <p:cNvSpPr txBox="1">
            <a:spLocks noGrp="1"/>
          </p:cNvSpPr>
          <p:nvPr>
            <p:ph type="ftr" idx="11"/>
          </p:nvPr>
        </p:nvSpPr>
        <p:spPr>
          <a:xfrm>
            <a:off x="550862" y="6307200"/>
            <a:ext cx="11090275" cy="5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Confidential, do not share</a:t>
            </a:r>
            <a:endParaRPr sz="1000"/>
          </a:p>
        </p:txBody>
      </p:sp>
      <p:grpSp>
        <p:nvGrpSpPr>
          <p:cNvPr id="323" name="Google Shape;323;p9"/>
          <p:cNvGrpSpPr/>
          <p:nvPr/>
        </p:nvGrpSpPr>
        <p:grpSpPr>
          <a:xfrm>
            <a:off x="560283" y="1971454"/>
            <a:ext cx="11074606" cy="4128663"/>
            <a:chOff x="9421" y="14500"/>
            <a:chExt cx="11074606" cy="4128663"/>
          </a:xfrm>
        </p:grpSpPr>
        <p:sp>
          <p:nvSpPr>
            <p:cNvPr id="324" name="Google Shape;324;p9"/>
            <p:cNvSpPr/>
            <p:nvPr/>
          </p:nvSpPr>
          <p:spPr>
            <a:xfrm>
              <a:off x="9421" y="14500"/>
              <a:ext cx="3728477" cy="1118543"/>
            </a:xfrm>
            <a:prstGeom prst="chevron">
              <a:avLst>
                <a:gd name="adj" fmla="val 30000"/>
              </a:avLst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9"/>
            <p:cNvSpPr txBox="1"/>
            <p:nvPr/>
          </p:nvSpPr>
          <p:spPr>
            <a:xfrm>
              <a:off x="344984" y="14500"/>
              <a:ext cx="3057351" cy="1118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100" tIns="138100" rIns="138100" bIns="1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Design</a:t>
              </a:r>
              <a:endParaRPr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9421" y="1133043"/>
              <a:ext cx="3392914" cy="3010120"/>
            </a:xfrm>
            <a:prstGeom prst="rect">
              <a:avLst/>
            </a:prstGeom>
            <a:solidFill>
              <a:srgbClr val="F7D5CB">
                <a:alpha val="89803"/>
              </a:srgbClr>
            </a:solidFill>
            <a:ln w="12700" cap="flat" cmpd="sng">
              <a:solidFill>
                <a:srgbClr val="F7D5CB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9"/>
            <p:cNvSpPr txBox="1"/>
            <p:nvPr/>
          </p:nvSpPr>
          <p:spPr>
            <a:xfrm>
              <a:off x="9421" y="1133043"/>
              <a:ext cx="3392914" cy="3010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100" tIns="268100" rIns="268100" bIns="5362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 available AI models for designing prompts and composite transformers 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 PromptArt transformer editor app for trial-and-error process design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3682486" y="14500"/>
              <a:ext cx="3728477" cy="1118543"/>
            </a:xfrm>
            <a:prstGeom prst="chevron">
              <a:avLst>
                <a:gd name="adj" fmla="val 30000"/>
              </a:avLst>
            </a:prstGeom>
            <a:solidFill>
              <a:schemeClr val="accent3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 txBox="1"/>
            <p:nvPr/>
          </p:nvSpPr>
          <p:spPr>
            <a:xfrm>
              <a:off x="4018049" y="14500"/>
              <a:ext cx="3057351" cy="1118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100" tIns="138100" rIns="138100" bIns="1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Publish</a:t>
              </a:r>
              <a:endParaRPr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3682486" y="1133043"/>
              <a:ext cx="3392914" cy="3010120"/>
            </a:xfrm>
            <a:prstGeom prst="rect">
              <a:avLst/>
            </a:prstGeom>
            <a:solidFill>
              <a:srgbClr val="E0E0E0">
                <a:alpha val="89803"/>
              </a:srgbClr>
            </a:solidFill>
            <a:ln w="12700" cap="flat" cmpd="sng">
              <a:solidFill>
                <a:srgbClr val="E0E0E0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9"/>
            <p:cNvSpPr txBox="1"/>
            <p:nvPr/>
          </p:nvSpPr>
          <p:spPr>
            <a:xfrm>
              <a:off x="3682486" y="1133043"/>
              <a:ext cx="3392914" cy="3010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100" tIns="268100" rIns="268100" bIns="5362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Publish transformers or read-to-subscribe feeds to the public catalogue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Internals of transformers are hidden from subscribers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7355550" y="14500"/>
              <a:ext cx="3728477" cy="1118543"/>
            </a:xfrm>
            <a:prstGeom prst="chevron">
              <a:avLst>
                <a:gd name="adj" fmla="val 30000"/>
              </a:avLst>
            </a:prstGeom>
            <a:solidFill>
              <a:schemeClr val="accent4"/>
            </a:solidFill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9"/>
            <p:cNvSpPr txBox="1"/>
            <p:nvPr/>
          </p:nvSpPr>
          <p:spPr>
            <a:xfrm>
              <a:off x="7691113" y="14500"/>
              <a:ext cx="3057351" cy="1118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100" tIns="138100" rIns="138100" bIns="1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Monetize</a:t>
              </a:r>
              <a:endParaRPr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7355550" y="1133043"/>
              <a:ext cx="3392914" cy="3010120"/>
            </a:xfrm>
            <a:prstGeom prst="rect">
              <a:avLst/>
            </a:prstGeom>
            <a:solidFill>
              <a:srgbClr val="FFE8CA">
                <a:alpha val="89803"/>
              </a:srgbClr>
            </a:solidFill>
            <a:ln w="12700" cap="flat" cmpd="sng">
              <a:solidFill>
                <a:srgbClr val="FFE8CA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9"/>
            <p:cNvSpPr txBox="1"/>
            <p:nvPr/>
          </p:nvSpPr>
          <p:spPr>
            <a:xfrm>
              <a:off x="7355550" y="1133043"/>
              <a:ext cx="3392914" cy="3010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8100" tIns="268100" rIns="268100" bIns="5362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Receive profit share based on usage , popularity and processing costs 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 PromptArt creator analytics for improving and refining 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 txBox="1"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Content consumption via specialized  mobile/web apps</a:t>
            </a:r>
            <a:endParaRPr sz="3600"/>
          </a:p>
        </p:txBody>
      </p:sp>
      <p:grpSp>
        <p:nvGrpSpPr>
          <p:cNvPr id="374" name="Google Shape;374;p11"/>
          <p:cNvGrpSpPr/>
          <p:nvPr/>
        </p:nvGrpSpPr>
        <p:grpSpPr>
          <a:xfrm>
            <a:off x="838200" y="1829331"/>
            <a:ext cx="10515600" cy="4351481"/>
            <a:chOff x="0" y="531"/>
            <a:chExt cx="10515600" cy="4351481"/>
          </a:xfrm>
        </p:grpSpPr>
        <p:sp>
          <p:nvSpPr>
            <p:cNvPr id="375" name="Google Shape;375;p11"/>
            <p:cNvSpPr/>
            <p:nvPr/>
          </p:nvSpPr>
          <p:spPr>
            <a:xfrm>
              <a:off x="0" y="531"/>
              <a:ext cx="10515600" cy="1243280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1"/>
            <p:cNvSpPr/>
            <p:nvPr/>
          </p:nvSpPr>
          <p:spPr>
            <a:xfrm>
              <a:off x="376092" y="280269"/>
              <a:ext cx="683804" cy="683804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1"/>
            <p:cNvSpPr/>
            <p:nvPr/>
          </p:nvSpPr>
          <p:spPr>
            <a:xfrm>
              <a:off x="1435988" y="531"/>
              <a:ext cx="4732020" cy="124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1"/>
            <p:cNvSpPr txBox="1"/>
            <p:nvPr/>
          </p:nvSpPr>
          <p:spPr>
            <a:xfrm>
              <a:off x="1435988" y="531"/>
              <a:ext cx="4732020" cy="124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75" tIns="131575" rIns="131575" bIns="131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Mobile/Web apps optimized for specific use cases</a:t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1"/>
            <p:cNvSpPr/>
            <p:nvPr/>
          </p:nvSpPr>
          <p:spPr>
            <a:xfrm>
              <a:off x="6168008" y="531"/>
              <a:ext cx="4347591" cy="124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1"/>
            <p:cNvSpPr txBox="1"/>
            <p:nvPr/>
          </p:nvSpPr>
          <p:spPr>
            <a:xfrm>
              <a:off x="6168008" y="531"/>
              <a:ext cx="4347591" cy="124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75" tIns="131575" rIns="131575" bIns="131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Allow generating unique user-specific data source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Allow use-case optimized content presentation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1"/>
            <p:cNvSpPr/>
            <p:nvPr/>
          </p:nvSpPr>
          <p:spPr>
            <a:xfrm>
              <a:off x="0" y="1554631"/>
              <a:ext cx="10515600" cy="1243280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1"/>
            <p:cNvSpPr/>
            <p:nvPr/>
          </p:nvSpPr>
          <p:spPr>
            <a:xfrm>
              <a:off x="376092" y="1834369"/>
              <a:ext cx="683804" cy="68380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1"/>
            <p:cNvSpPr/>
            <p:nvPr/>
          </p:nvSpPr>
          <p:spPr>
            <a:xfrm>
              <a:off x="1435988" y="1554631"/>
              <a:ext cx="4732020" cy="124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1"/>
            <p:cNvSpPr txBox="1"/>
            <p:nvPr/>
          </p:nvSpPr>
          <p:spPr>
            <a:xfrm>
              <a:off x="1435988" y="1554631"/>
              <a:ext cx="4732020" cy="124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75" tIns="131575" rIns="131575" bIns="131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Example: Location-based radio for self-driving tours</a:t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1"/>
            <p:cNvSpPr/>
            <p:nvPr/>
          </p:nvSpPr>
          <p:spPr>
            <a:xfrm>
              <a:off x="6168008" y="1554631"/>
              <a:ext cx="4347591" cy="124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1"/>
            <p:cNvSpPr txBox="1"/>
            <p:nvPr/>
          </p:nvSpPr>
          <p:spPr>
            <a:xfrm>
              <a:off x="6168008" y="1554631"/>
              <a:ext cx="4347591" cy="124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75" tIns="131575" rIns="131575" bIns="131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Generate current location data source transformed by  tourism-oriented prompts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Play streaming audio  and shows map points of interests and links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1"/>
            <p:cNvSpPr/>
            <p:nvPr/>
          </p:nvSpPr>
          <p:spPr>
            <a:xfrm>
              <a:off x="0" y="3108732"/>
              <a:ext cx="10515600" cy="1243280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1"/>
            <p:cNvSpPr/>
            <p:nvPr/>
          </p:nvSpPr>
          <p:spPr>
            <a:xfrm>
              <a:off x="376092" y="3388470"/>
              <a:ext cx="683804" cy="68380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1"/>
            <p:cNvSpPr/>
            <p:nvPr/>
          </p:nvSpPr>
          <p:spPr>
            <a:xfrm>
              <a:off x="1435988" y="3108732"/>
              <a:ext cx="4732020" cy="124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1"/>
            <p:cNvSpPr txBox="1"/>
            <p:nvPr/>
          </p:nvSpPr>
          <p:spPr>
            <a:xfrm>
              <a:off x="1435988" y="3108732"/>
              <a:ext cx="4732020" cy="124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75" tIns="131575" rIns="131575" bIns="131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Integrate and monetize via PromptArt API</a:t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1"/>
            <p:cNvSpPr/>
            <p:nvPr/>
          </p:nvSpPr>
          <p:spPr>
            <a:xfrm>
              <a:off x="6168008" y="3108732"/>
              <a:ext cx="4347591" cy="124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1"/>
            <p:cNvSpPr txBox="1"/>
            <p:nvPr/>
          </p:nvSpPr>
          <p:spPr>
            <a:xfrm>
              <a:off x="6168008" y="3108732"/>
              <a:ext cx="4347591" cy="124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75" tIns="131575" rIns="131575" bIns="131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Allow apps developed by 3rd party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Provide apps by developed PromptArt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Confidential, do not share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 txBox="1"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Business Model</a:t>
            </a:r>
            <a:r>
              <a:rPr lang="en-US"/>
              <a:t>: PromptArt Token Economy</a:t>
            </a:r>
            <a:endParaRPr/>
          </a:p>
        </p:txBody>
      </p:sp>
      <p:sp>
        <p:nvSpPr>
          <p:cNvPr id="400" name="Google Shape;40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Confidential, do not share</a:t>
            </a:r>
            <a:endParaRPr/>
          </a:p>
        </p:txBody>
      </p:sp>
      <p:grpSp>
        <p:nvGrpSpPr>
          <p:cNvPr id="401" name="Google Shape;401;p12"/>
          <p:cNvGrpSpPr/>
          <p:nvPr/>
        </p:nvGrpSpPr>
        <p:grpSpPr>
          <a:xfrm>
            <a:off x="838251" y="1868292"/>
            <a:ext cx="10515496" cy="4273559"/>
            <a:chOff x="51" y="39492"/>
            <a:chExt cx="10515496" cy="4273559"/>
          </a:xfrm>
        </p:grpSpPr>
        <p:sp>
          <p:nvSpPr>
            <p:cNvPr id="402" name="Google Shape;402;p12"/>
            <p:cNvSpPr/>
            <p:nvPr/>
          </p:nvSpPr>
          <p:spPr>
            <a:xfrm>
              <a:off x="51" y="39492"/>
              <a:ext cx="4913783" cy="518400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2"/>
            <p:cNvSpPr txBox="1"/>
            <p:nvPr/>
          </p:nvSpPr>
          <p:spPr>
            <a:xfrm>
              <a:off x="51" y="39492"/>
              <a:ext cx="4913783" cy="51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73150" rIns="128000" bIns="73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Content transformation cost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2"/>
            <p:cNvSpPr/>
            <p:nvPr/>
          </p:nvSpPr>
          <p:spPr>
            <a:xfrm>
              <a:off x="51" y="557892"/>
              <a:ext cx="4913783" cy="3755159"/>
            </a:xfrm>
            <a:prstGeom prst="rect">
              <a:avLst/>
            </a:prstGeom>
            <a:solidFill>
              <a:srgbClr val="CDCFD3">
                <a:alpha val="89803"/>
              </a:srgbClr>
            </a:solidFill>
            <a:ln w="12700" cap="flat" cmpd="sng">
              <a:solidFill>
                <a:srgbClr val="CDCFD3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2"/>
            <p:cNvSpPr txBox="1"/>
            <p:nvPr/>
          </p:nvSpPr>
          <p:spPr>
            <a:xfrm>
              <a:off x="51" y="557892"/>
              <a:ext cx="4913783" cy="3755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6000" tIns="96000" rIns="128000" bIns="144000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US" sz="18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Non-neglectable 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marginal cost of content personalization is significant due to model inference processing  costs when compared to content aggregation platforms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571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US" sz="18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Permanent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Ever growing demand for more advanced AI will offset continuous cost reduction due to AI economy of scale and specialized AI hardware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571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US" sz="18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Variable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Cost of produced content varies depending on the complexity of transformers and cost of underlying AI models 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2"/>
            <p:cNvSpPr/>
            <p:nvPr/>
          </p:nvSpPr>
          <p:spPr>
            <a:xfrm>
              <a:off x="5601764" y="39492"/>
              <a:ext cx="4913783" cy="518400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2"/>
            <p:cNvSpPr txBox="1"/>
            <p:nvPr/>
          </p:nvSpPr>
          <p:spPr>
            <a:xfrm>
              <a:off x="5601764" y="39492"/>
              <a:ext cx="4913783" cy="51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73150" rIns="128000" bIns="73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PromptArt token user economy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2"/>
            <p:cNvSpPr/>
            <p:nvPr/>
          </p:nvSpPr>
          <p:spPr>
            <a:xfrm>
              <a:off x="5601764" y="557892"/>
              <a:ext cx="4913783" cy="3755159"/>
            </a:xfrm>
            <a:prstGeom prst="rect">
              <a:avLst/>
            </a:prstGeom>
            <a:solidFill>
              <a:srgbClr val="CDCFD3">
                <a:alpha val="89803"/>
              </a:srgbClr>
            </a:solidFill>
            <a:ln w="12700" cap="flat" cmpd="sng">
              <a:solidFill>
                <a:srgbClr val="CDCFD3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2"/>
            <p:cNvSpPr txBox="1"/>
            <p:nvPr/>
          </p:nvSpPr>
          <p:spPr>
            <a:xfrm>
              <a:off x="5601764" y="557892"/>
              <a:ext cx="4913783" cy="3755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6000" tIns="96000" rIns="128000" bIns="144000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Receive tokens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 monthly credit deposit depending on subscription level, buy additional tokens, earn tokens based on usage of published content (transformers, contents, feeds and models)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571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Spend tokens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by consuming feeds or during transformer creation/preview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571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Cash-out tokens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 convert earned token excess into cash flow (for artists, content and model publishers)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E52285-A69A-BCBB-77A0-6E5BA06AF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Operations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97195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1ECB66-6680-0BA4-0688-422190458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480" y="91440"/>
            <a:ext cx="10515600" cy="923246"/>
          </a:xfrm>
        </p:spPr>
        <p:txBody>
          <a:bodyPr/>
          <a:lstStyle/>
          <a:p>
            <a:r>
              <a:rPr lang="en-US" dirty="0"/>
              <a:t>Provisioning content/tokens</a:t>
            </a:r>
            <a:endParaRPr lang="en-IL" dirty="0"/>
          </a:p>
        </p:txBody>
      </p:sp>
      <p:graphicFrame>
        <p:nvGraphicFramePr>
          <p:cNvPr id="7" name="Text Placeholder 4">
            <a:extLst>
              <a:ext uri="{FF2B5EF4-FFF2-40B4-BE49-F238E27FC236}">
                <a16:creationId xmlns:a16="http://schemas.microsoft.com/office/drawing/2014/main" id="{1B27852B-B712-5B4C-26DC-3465054344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3546613"/>
              </p:ext>
            </p:extLst>
          </p:nvPr>
        </p:nvGraphicFramePr>
        <p:xfrm>
          <a:off x="700480" y="1106126"/>
          <a:ext cx="11214152" cy="4973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8989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D5EC8-F38F-55FB-1057-E9BDE9E85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interfaces and configurations</a:t>
            </a:r>
            <a:endParaRPr lang="en-IL" dirty="0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A470AC1D-7666-796E-574D-162AB1B1889C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7444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C2766-4275-9611-74EE-706CE153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3"/>
            <a:ext cx="10515600" cy="785249"/>
          </a:xfrm>
        </p:spPr>
        <p:txBody>
          <a:bodyPr/>
          <a:lstStyle/>
          <a:p>
            <a:r>
              <a:rPr lang="en-US" dirty="0"/>
              <a:t>Feed attributes in a catalogue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3BE3DF7-DCC8-54EC-99F7-664CD61C8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499227"/>
              </p:ext>
            </p:extLst>
          </p:nvPr>
        </p:nvGraphicFramePr>
        <p:xfrm>
          <a:off x="930786" y="850050"/>
          <a:ext cx="10423014" cy="5655607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3481030">
                  <a:extLst>
                    <a:ext uri="{9D8B030D-6E8A-4147-A177-3AD203B41FA5}">
                      <a16:colId xmlns:a16="http://schemas.microsoft.com/office/drawing/2014/main" val="3218199312"/>
                    </a:ext>
                  </a:extLst>
                </a:gridCol>
                <a:gridCol w="6941984">
                  <a:extLst>
                    <a:ext uri="{9D8B030D-6E8A-4147-A177-3AD203B41FA5}">
                      <a16:colId xmlns:a16="http://schemas.microsoft.com/office/drawing/2014/main" val="2403283634"/>
                    </a:ext>
                  </a:extLst>
                </a:gridCol>
              </a:tblGrid>
              <a:tr h="285378"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181649"/>
                  </a:ext>
                </a:extLst>
              </a:tr>
              <a:tr h="285378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of the feed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672234"/>
                  </a:ext>
                </a:extLst>
              </a:tr>
              <a:tr h="285378"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Textual 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847829"/>
                  </a:ext>
                </a:extLst>
              </a:tr>
              <a:tr h="285378">
                <a:tc>
                  <a:txBody>
                    <a:bodyPr/>
                    <a:lstStyle/>
                    <a:p>
                      <a:r>
                        <a:rPr lang="en-US" dirty="0"/>
                        <a:t>Latest Samples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Few latest posts/samples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334211"/>
                  </a:ext>
                </a:extLst>
              </a:tr>
              <a:tr h="562938">
                <a:tc>
                  <a:txBody>
                    <a:bodyPr/>
                    <a:lstStyle/>
                    <a:p>
                      <a:r>
                        <a:rPr lang="en-US" dirty="0"/>
                        <a:t>User-modified parameters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mandatory and optional parameters with name, description and default values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979587"/>
                  </a:ext>
                </a:extLst>
              </a:tr>
              <a:tr h="398749">
                <a:tc>
                  <a:txBody>
                    <a:bodyPr/>
                    <a:lstStyle/>
                    <a:p>
                      <a:r>
                        <a:rPr lang="en-US" dirty="0"/>
                        <a:t>Produced fields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produced fields with name, type and 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141304"/>
                  </a:ext>
                </a:extLst>
              </a:tr>
              <a:tr h="285378">
                <a:tc>
                  <a:txBody>
                    <a:bodyPr/>
                    <a:lstStyle/>
                    <a:p>
                      <a:r>
                        <a:rPr lang="en-US" dirty="0"/>
                        <a:t>Used elements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feeds and transformers that were used for creating this fed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359226"/>
                  </a:ext>
                </a:extLst>
              </a:tr>
              <a:tr h="285378">
                <a:tc>
                  <a:txBody>
                    <a:bodyPr/>
                    <a:lstStyle/>
                    <a:p>
                      <a:r>
                        <a:rPr lang="en-US" dirty="0"/>
                        <a:t>Used in public/private feeds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other feed where this feed is used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809245"/>
                  </a:ext>
                </a:extLst>
              </a:tr>
              <a:tr h="285378">
                <a:tc>
                  <a:txBody>
                    <a:bodyPr/>
                    <a:lstStyle/>
                    <a:p>
                      <a:r>
                        <a:rPr lang="en-US" dirty="0"/>
                        <a:t>Item cost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in tokens for obtaining a single item in this list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708"/>
                  </a:ext>
                </a:extLst>
              </a:tr>
              <a:tr h="285378">
                <a:tc>
                  <a:txBody>
                    <a:bodyPr/>
                    <a:lstStyle/>
                    <a:p>
                      <a:r>
                        <a:rPr lang="en-US" dirty="0"/>
                        <a:t>Owner/Creator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or (editor) that created this list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513429"/>
                  </a:ext>
                </a:extLst>
              </a:tr>
              <a:tr h="647713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System-defined or user-generated</a:t>
                      </a:r>
                    </a:p>
                    <a:p>
                      <a:r>
                        <a:rPr lang="en-US" dirty="0"/>
                        <a:t>Public or personal</a:t>
                      </a:r>
                    </a:p>
                    <a:p>
                      <a:r>
                        <a:rPr lang="en-US" dirty="0"/>
                        <a:t>Basic or compound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400122"/>
                  </a:ext>
                </a:extLst>
              </a:tr>
              <a:tr h="285378">
                <a:tc>
                  <a:txBody>
                    <a:bodyPr/>
                    <a:lstStyle/>
                    <a:p>
                      <a:r>
                        <a:rPr lang="en-US" dirty="0"/>
                        <a:t>Tags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Tags that describe this feed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220156"/>
                  </a:ext>
                </a:extLst>
              </a:tr>
              <a:tr h="285378">
                <a:tc>
                  <a:txBody>
                    <a:bodyPr/>
                    <a:lstStyle/>
                    <a:p>
                      <a:r>
                        <a:rPr lang="en-US" dirty="0"/>
                        <a:t>Individual reviews and review statistics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Rating and feedbacks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377879"/>
                  </a:ext>
                </a:extLst>
              </a:tr>
              <a:tr h="285378">
                <a:tc>
                  <a:txBody>
                    <a:bodyPr/>
                    <a:lstStyle/>
                    <a:p>
                      <a:r>
                        <a:rPr lang="en-US" dirty="0"/>
                        <a:t>Usage statistics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many users channels generated how many item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426100"/>
                  </a:ext>
                </a:extLst>
              </a:tr>
              <a:tr h="285378">
                <a:tc>
                  <a:txBody>
                    <a:bodyPr/>
                    <a:lstStyle/>
                    <a:p>
                      <a:r>
                        <a:rPr lang="en-US" dirty="0"/>
                        <a:t>Update frequency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number of new elements per day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59796"/>
                  </a:ext>
                </a:extLst>
              </a:tr>
              <a:tr h="285378">
                <a:tc>
                  <a:txBody>
                    <a:bodyPr/>
                    <a:lstStyle/>
                    <a:p>
                      <a:r>
                        <a:rPr lang="en-US" dirty="0"/>
                        <a:t>Contributors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Users that created all used elements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476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086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9827-1EA1-C499-5E8B-D6A0A9FBE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3" y="131261"/>
            <a:ext cx="10515600" cy="627933"/>
          </a:xfrm>
        </p:spPr>
        <p:txBody>
          <a:bodyPr>
            <a:normAutofit fontScale="90000"/>
          </a:bodyPr>
          <a:lstStyle/>
          <a:p>
            <a:r>
              <a:rPr lang="en-US" dirty="0"/>
              <a:t>Transformer attributes in a catalogue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F31AFEC-D61B-684C-1653-955E21E76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903351"/>
              </p:ext>
            </p:extLst>
          </p:nvPr>
        </p:nvGraphicFramePr>
        <p:xfrm>
          <a:off x="1050412" y="777240"/>
          <a:ext cx="10091176" cy="551983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5045588">
                  <a:extLst>
                    <a:ext uri="{9D8B030D-6E8A-4147-A177-3AD203B41FA5}">
                      <a16:colId xmlns:a16="http://schemas.microsoft.com/office/drawing/2014/main" val="1274194279"/>
                    </a:ext>
                  </a:extLst>
                </a:gridCol>
                <a:gridCol w="5045588">
                  <a:extLst>
                    <a:ext uri="{9D8B030D-6E8A-4147-A177-3AD203B41FA5}">
                      <a16:colId xmlns:a16="http://schemas.microsoft.com/office/drawing/2014/main" val="3685774738"/>
                    </a:ext>
                  </a:extLst>
                </a:gridCol>
              </a:tblGrid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Attributes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418304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of the transform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183578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Textual 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254706"/>
                  </a:ext>
                </a:extLst>
              </a:tr>
              <a:tr h="307750">
                <a:tc>
                  <a:txBody>
                    <a:bodyPr/>
                    <a:lstStyle/>
                    <a:p>
                      <a:r>
                        <a:rPr lang="en-US" dirty="0"/>
                        <a:t>Examples of applying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Few examples on available feeds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171897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Parameters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mandatory and optional parameters with name, description and default values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829460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Input Fields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Named of expected input feed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153477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Produced field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Textual 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089881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Used transformers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transformers that were used for creating this transformer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223107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Used in public/private feeds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other feed where this feed is used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316553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Item cost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in tokens for obtaining a single item in this list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14089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Owner/Creator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or (editor) that created this list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734507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System-defined or user-generated</a:t>
                      </a:r>
                    </a:p>
                    <a:p>
                      <a:r>
                        <a:rPr lang="en-US" dirty="0"/>
                        <a:t>Public or personal</a:t>
                      </a:r>
                    </a:p>
                    <a:p>
                      <a:r>
                        <a:rPr lang="en-US" dirty="0"/>
                        <a:t>Basic or compound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62190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Tags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Tags that describe this feed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71682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Individual reviews and review statistics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Rating and feedbacks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705555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Usage statistics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many users generated how many item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186176"/>
                  </a:ext>
                </a:extLst>
              </a:tr>
              <a:tr h="298409">
                <a:tc>
                  <a:txBody>
                    <a:bodyPr/>
                    <a:lstStyle/>
                    <a:p>
                      <a:r>
                        <a:rPr lang="en-US" dirty="0"/>
                        <a:t>Contributors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Users that created all basic transformers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092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8047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09C105-A968-3AC1-8F10-2B2964CD03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284D5-868A-7B8B-8865-0F08A80E3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ConOp</a:t>
            </a:r>
            <a:r>
              <a:rPr lang="en-US" dirty="0"/>
              <a:t>: Creating New Feed</a:t>
            </a:r>
            <a:endParaRPr lang="en-IL" dirty="0"/>
          </a:p>
        </p:txBody>
      </p:sp>
      <p:graphicFrame>
        <p:nvGraphicFramePr>
          <p:cNvPr id="6" name="Diagram 3">
            <a:extLst>
              <a:ext uri="{FF2B5EF4-FFF2-40B4-BE49-F238E27FC236}">
                <a16:creationId xmlns:a16="http://schemas.microsoft.com/office/drawing/2014/main" id="{071720E0-24C9-8908-2073-D2309B605F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90593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87374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0ACC7D-2941-015F-C522-280342E261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43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5951D8-A470-6B19-BDFD-111E12C2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ConOp</a:t>
            </a:r>
            <a:r>
              <a:rPr lang="en-US" dirty="0"/>
              <a:t>: Creating new Transformers</a:t>
            </a:r>
            <a:endParaRPr lang="en-IL" dirty="0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E47F976E-3905-F8F9-7431-567E19F9F3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13357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90738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85A8-DF35-2C40-466D-17ABB058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in playground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4D34F-B8A6-8C07-3AA5-BB9C82934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Editing transformer</a:t>
            </a:r>
          </a:p>
          <a:p>
            <a:pPr lvl="1"/>
            <a:r>
              <a:rPr lang="en-US" dirty="0"/>
              <a:t>Select sample source feed</a:t>
            </a:r>
          </a:p>
          <a:p>
            <a:pPr lvl="1"/>
            <a:r>
              <a:rPr lang="en-US" dirty="0"/>
              <a:t>Hit preview</a:t>
            </a:r>
          </a:p>
          <a:p>
            <a:pPr lvl="1"/>
            <a:r>
              <a:rPr lang="en-US" dirty="0"/>
              <a:t>Observe transformation on sample documents</a:t>
            </a:r>
          </a:p>
          <a:p>
            <a:pPr lvl="1"/>
            <a:endParaRPr lang="en-US" dirty="0"/>
          </a:p>
          <a:p>
            <a:r>
              <a:rPr lang="en-US" dirty="0"/>
              <a:t>Editing feed</a:t>
            </a:r>
          </a:p>
          <a:p>
            <a:pPr lvl="1"/>
            <a:r>
              <a:rPr lang="en-US" dirty="0"/>
              <a:t>Hit preview</a:t>
            </a:r>
          </a:p>
          <a:p>
            <a:pPr lvl="1"/>
            <a:r>
              <a:rPr lang="en-US" dirty="0"/>
              <a:t>Observe feed output  on source feed sample docs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18761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0861-4FF6-7346-7639-6F551C6B5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93"/>
            <a:ext cx="10515600" cy="863908"/>
          </a:xfrm>
        </p:spPr>
        <p:txBody>
          <a:bodyPr/>
          <a:lstStyle/>
          <a:p>
            <a:r>
              <a:rPr lang="en-US" dirty="0"/>
              <a:t>Channel Attributes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87522AD-2B26-F67F-C746-85B060DF3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459534"/>
              </p:ext>
            </p:extLst>
          </p:nvPr>
        </p:nvGraphicFramePr>
        <p:xfrm>
          <a:off x="1555954" y="1181918"/>
          <a:ext cx="8128000" cy="526366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3763298">
                  <a:extLst>
                    <a:ext uri="{9D8B030D-6E8A-4147-A177-3AD203B41FA5}">
                      <a16:colId xmlns:a16="http://schemas.microsoft.com/office/drawing/2014/main" val="1919533015"/>
                    </a:ext>
                  </a:extLst>
                </a:gridCol>
                <a:gridCol w="4364702">
                  <a:extLst>
                    <a:ext uri="{9D8B030D-6E8A-4147-A177-3AD203B41FA5}">
                      <a16:colId xmlns:a16="http://schemas.microsoft.com/office/drawing/2014/main" val="880141403"/>
                    </a:ext>
                  </a:extLst>
                </a:gridCol>
              </a:tblGrid>
              <a:tr h="474550"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71559"/>
                  </a:ext>
                </a:extLst>
              </a:tr>
              <a:tr h="47455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Username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46493"/>
                  </a:ext>
                </a:extLst>
              </a:tr>
              <a:tr h="474550">
                <a:tc>
                  <a:txBody>
                    <a:bodyPr/>
                    <a:lstStyle/>
                    <a:p>
                      <a:r>
                        <a:rPr lang="en-US" dirty="0"/>
                        <a:t>List of feeds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feed in channel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275802"/>
                  </a:ext>
                </a:extLst>
              </a:tr>
              <a:tr h="474550">
                <a:tc>
                  <a:txBody>
                    <a:bodyPr/>
                    <a:lstStyle/>
                    <a:p>
                      <a:r>
                        <a:rPr lang="en-US" dirty="0"/>
                        <a:t>Cost per feed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for producing item of each feed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929447"/>
                  </a:ext>
                </a:extLst>
              </a:tr>
              <a:tr h="474550">
                <a:tc>
                  <a:txBody>
                    <a:bodyPr/>
                    <a:lstStyle/>
                    <a:p>
                      <a:r>
                        <a:rPr lang="en-US" dirty="0"/>
                        <a:t>Expected uncapped frequency/cost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frequency per feed or for entire channel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133824"/>
                  </a:ext>
                </a:extLst>
              </a:tr>
              <a:tr h="474550">
                <a:tc>
                  <a:txBody>
                    <a:bodyPr/>
                    <a:lstStyle/>
                    <a:p>
                      <a:r>
                        <a:rPr lang="en-US" dirty="0"/>
                        <a:t>Daily/Weekly/Monthly token usage cap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many tokens to spend per selected period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137237"/>
                  </a:ext>
                </a:extLst>
              </a:tr>
              <a:tr h="474550">
                <a:tc>
                  <a:txBody>
                    <a:bodyPr/>
                    <a:lstStyle/>
                    <a:p>
                      <a:r>
                        <a:rPr lang="en-US" dirty="0"/>
                        <a:t>Selection method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FIFO, RANDOM selection for cap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739488"/>
                  </a:ext>
                </a:extLst>
              </a:tr>
              <a:tr h="474550">
                <a:tc>
                  <a:txBody>
                    <a:bodyPr/>
                    <a:lstStyle/>
                    <a:p>
                      <a:r>
                        <a:rPr lang="en-US" dirty="0"/>
                        <a:t>Unsecure RSS link to channel generated content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RSS to use in 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party apps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901693"/>
                  </a:ext>
                </a:extLst>
              </a:tr>
              <a:tr h="474550">
                <a:tc>
                  <a:txBody>
                    <a:bodyPr/>
                    <a:lstStyle/>
                    <a:p>
                      <a:r>
                        <a:rPr lang="en-US" dirty="0"/>
                        <a:t>Latest items with timestamps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Latest generated items (delivered to the user in the past)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771906"/>
                  </a:ext>
                </a:extLst>
              </a:tr>
              <a:tr h="474550">
                <a:tc>
                  <a:txBody>
                    <a:bodyPr/>
                    <a:lstStyle/>
                    <a:p>
                      <a:r>
                        <a:rPr lang="en-US" dirty="0"/>
                        <a:t>Delivery platforms and their configurations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delivery platforms from catalogue, E-mail (default), </a:t>
                      </a:r>
                      <a:r>
                        <a:rPr lang="en-US" dirty="0" err="1"/>
                        <a:t>Ims</a:t>
                      </a:r>
                      <a:r>
                        <a:rPr lang="en-US" dirty="0"/>
                        <a:t> and others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408139"/>
                  </a:ext>
                </a:extLst>
              </a:tr>
              <a:tr h="474550">
                <a:tc>
                  <a:txBody>
                    <a:bodyPr/>
                    <a:lstStyle/>
                    <a:p>
                      <a:r>
                        <a:rPr lang="en-US" dirty="0"/>
                        <a:t>Current wallet credit and transactions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Tokens left and recent week/month speeding/earnings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949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081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BDAB6-06A8-C9F9-76C5-C8CFBCB22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800"/>
              <a:t>Major Epics: Consumer</a:t>
            </a:r>
            <a:endParaRPr lang="en-IL" sz="68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0EDEE5B-7208-0CAB-768E-20C6BE915E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6078872"/>
              </p:ext>
            </p:extLst>
          </p:nvPr>
        </p:nvGraphicFramePr>
        <p:xfrm>
          <a:off x="5182908" y="4993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2195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MVP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429" name="Google Shape;429;p14"/>
          <p:cNvSpPr txBox="1">
            <a:spLocks noGrp="1"/>
          </p:cNvSpPr>
          <p:nvPr>
            <p:ph type="ftr" idx="11"/>
          </p:nvPr>
        </p:nvSpPr>
        <p:spPr>
          <a:xfrm rot="5400000">
            <a:off x="-1828800" y="198424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</a:rPr>
              <a:t>Confidential, do not share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430" name="Google Shape;430;p14"/>
          <p:cNvSpPr txBox="1"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/>
              <a:t>Objectives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 Get initial market feedback/user adaptation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 Create baseline for future releases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 Create assets for raising funding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/>
              <a:t>Scope and Limitations</a:t>
            </a:r>
          </a:p>
          <a:p>
            <a:pPr marL="685800" lvl="1" indent="-228600">
              <a:spcBef>
                <a:spcPts val="1000"/>
              </a:spcBef>
              <a:buSzPts val="2000"/>
            </a:pPr>
            <a:r>
              <a:rPr lang="en-US" dirty="0"/>
              <a:t>RSS/Web consumption/Non-Native mobile</a:t>
            </a:r>
          </a:p>
          <a:p>
            <a:pPr marL="685800" lvl="1" indent="-228600">
              <a:spcBef>
                <a:spcPts val="1000"/>
              </a:spcBef>
              <a:buSzPts val="2000"/>
            </a:pPr>
            <a:r>
              <a:rPr lang="en-US" dirty="0"/>
              <a:t>Limited atomic feeds/transformers lib</a:t>
            </a:r>
          </a:p>
          <a:p>
            <a:pPr marL="685800" lvl="1" indent="-228600">
              <a:spcBef>
                <a:spcPts val="1000"/>
              </a:spcBef>
              <a:buSzPts val="2000"/>
            </a:pPr>
            <a:r>
              <a:rPr lang="en-US" dirty="0"/>
              <a:t>Fixed free monthly token credit</a:t>
            </a:r>
          </a:p>
          <a:p>
            <a:pPr marL="685800" lvl="1" indent="-228600">
              <a:spcBef>
                <a:spcPts val="1000"/>
              </a:spcBef>
              <a:buSzPts val="2000"/>
            </a:pPr>
            <a:r>
              <a:rPr lang="en-US" dirty="0"/>
              <a:t>Web (mobile adapted) UI for provisioning/consumption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/>
              <a:t>Metrics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Minimize time-to-market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Maximize/measure user adaptation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Limit total cost of operation (API costs)</a:t>
            </a:r>
            <a:endParaRPr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C43531-5AD5-EAC2-3B86-66F31FC3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and Software Design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3071C-E4CC-9517-B120-94325D559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94227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27BD75-7D57-4E5A-E8CF-E39C87451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Documents, Feed and Transformers Objects</a:t>
            </a:r>
            <a:endParaRPr lang="en-IL" dirty="0"/>
          </a:p>
        </p:txBody>
      </p:sp>
      <p:graphicFrame>
        <p:nvGraphicFramePr>
          <p:cNvPr id="7" name="Text Placeholder 4">
            <a:extLst>
              <a:ext uri="{FF2B5EF4-FFF2-40B4-BE49-F238E27FC236}">
                <a16:creationId xmlns:a16="http://schemas.microsoft.com/office/drawing/2014/main" id="{99766F8A-605D-4023-270D-8E1D9CD12F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7040830"/>
              </p:ext>
            </p:extLst>
          </p:nvPr>
        </p:nvGraphicFramePr>
        <p:xfrm>
          <a:off x="1855236" y="1862948"/>
          <a:ext cx="1105833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70970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86DFF-B032-ADF5-0AAA-56B5CC64A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and Explicit Feeds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DACA0-EDF2-BCCD-8558-DE35E323E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Explicit fields and provisioned by user in UI</a:t>
            </a:r>
          </a:p>
          <a:p>
            <a:r>
              <a:rPr lang="en-US" dirty="0"/>
              <a:t>Implicit fields are automatically provisioned as a result of compound transformers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User provisioned a transformer T0=[T1,T2] defined by a chain of two existing transformers T1 and T2</a:t>
            </a:r>
          </a:p>
          <a:p>
            <a:pPr lvl="1"/>
            <a:r>
              <a:rPr lang="en-US" dirty="0"/>
              <a:t>User provisioned a feed S1=T0(S0) that applies transformer T0 to the existing feed S0 for generating feed S1</a:t>
            </a:r>
          </a:p>
          <a:p>
            <a:pPr lvl="1"/>
            <a:r>
              <a:rPr lang="en-US" dirty="0"/>
              <a:t>A new implicit feed will be provisioned</a:t>
            </a:r>
          </a:p>
          <a:p>
            <a:pPr lvl="2"/>
            <a:r>
              <a:rPr lang="en-US" dirty="0"/>
              <a:t>S0.T1 = T1(S0) that applied transformer T1 to feed S0</a:t>
            </a:r>
          </a:p>
          <a:p>
            <a:r>
              <a:rPr lang="en-US" dirty="0"/>
              <a:t>Notice, same T0 might create several implicit feeds if applied to different source S00, S11=T0(S11)</a:t>
            </a:r>
          </a:p>
          <a:p>
            <a:pPr lvl="1"/>
            <a:r>
              <a:rPr lang="en-US" dirty="0"/>
              <a:t>Create implicit feeds on-demand during generation process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18393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A27ED2-31F8-0BF9-F268-D171BEE98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interfaces and configuration specification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4574B8-9D70-1E2D-0400-460E2C0EF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546039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8819-BA33-F7C7-56CA-968D74AA5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 and Configuration Docs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56BCD-2701-4031-E429-ECAA8B028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Each transformer/feed has an </a:t>
            </a:r>
            <a:r>
              <a:rPr lang="en-US" b="1" dirty="0"/>
              <a:t>interface document </a:t>
            </a:r>
            <a:r>
              <a:rPr lang="en-US" dirty="0"/>
              <a:t>(JSON)</a:t>
            </a:r>
          </a:p>
          <a:p>
            <a:pPr lvl="1"/>
            <a:r>
              <a:rPr lang="en-US" dirty="0"/>
              <a:t>Described how this element CAN be used for constructing new element</a:t>
            </a:r>
          </a:p>
          <a:p>
            <a:pPr lvl="1"/>
            <a:r>
              <a:rPr lang="en-US" dirty="0"/>
              <a:t>Contains</a:t>
            </a:r>
          </a:p>
          <a:p>
            <a:pPr lvl="2"/>
            <a:r>
              <a:rPr lang="en-US" dirty="0"/>
              <a:t>Parameters user might change (transformer and feed)</a:t>
            </a:r>
          </a:p>
          <a:p>
            <a:pPr lvl="2"/>
            <a:r>
              <a:rPr lang="en-US" dirty="0"/>
              <a:t>Input fields that are required (for transformer) </a:t>
            </a:r>
          </a:p>
          <a:p>
            <a:pPr lvl="2"/>
            <a:r>
              <a:rPr lang="en-US" dirty="0"/>
              <a:t>Output fields it produces(for transformer and feed)</a:t>
            </a:r>
          </a:p>
          <a:p>
            <a:pPr lvl="2"/>
            <a:endParaRPr lang="en-US" dirty="0"/>
          </a:p>
          <a:p>
            <a:r>
              <a:rPr lang="en-US" dirty="0"/>
              <a:t>Whenever a transformer or a feed is used for creating new feeds/transformer, a </a:t>
            </a:r>
            <a:r>
              <a:rPr lang="en-US" b="1" dirty="0"/>
              <a:t>configuration document</a:t>
            </a:r>
            <a:r>
              <a:rPr lang="en-US" dirty="0"/>
              <a:t>(JSON) is provided</a:t>
            </a:r>
          </a:p>
          <a:p>
            <a:pPr lvl="1"/>
            <a:r>
              <a:rPr lang="en-US" dirty="0"/>
              <a:t>Describe parameters and output mapping for the element</a:t>
            </a:r>
          </a:p>
          <a:p>
            <a:pPr lvl="2"/>
            <a:r>
              <a:rPr lang="en-US" dirty="0"/>
              <a:t>Parameters that were configured (transformer and feed)</a:t>
            </a:r>
          </a:p>
          <a:p>
            <a:pPr lvl="2"/>
            <a:r>
              <a:rPr lang="en-US" dirty="0"/>
              <a:t>Output field that were renamed (transformer and feed)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430453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4E181-C9A7-111C-D39C-2E38E0F7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023"/>
            <a:ext cx="10515600" cy="847751"/>
          </a:xfrm>
        </p:spPr>
        <p:txBody>
          <a:bodyPr/>
          <a:lstStyle/>
          <a:p>
            <a:r>
              <a:rPr lang="en-US" dirty="0"/>
              <a:t>Interface/Configuration Doc Formats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32D5F-201A-3333-F433-A8E3745C9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40809"/>
            <a:ext cx="10515600" cy="5959167"/>
          </a:xfrm>
        </p:spPr>
        <p:txBody>
          <a:bodyPr>
            <a:normAutofit/>
          </a:bodyPr>
          <a:lstStyle/>
          <a:p>
            <a:r>
              <a:rPr lang="en-US" sz="1800" b="1" dirty="0"/>
              <a:t>Param section</a:t>
            </a:r>
          </a:p>
          <a:p>
            <a:pPr lvl="1"/>
            <a:r>
              <a:rPr lang="en-US" sz="1800" dirty="0"/>
              <a:t>Used  interface/configuration JSONs of transformers/feeds</a:t>
            </a:r>
          </a:p>
          <a:p>
            <a:pPr lvl="1"/>
            <a:endParaRPr lang="en-US" sz="1800" dirty="0"/>
          </a:p>
          <a:p>
            <a:pPr marL="571500" lvl="1" indent="0">
              <a:buNone/>
            </a:pPr>
            <a:endParaRPr lang="en-US" sz="1800" dirty="0"/>
          </a:p>
          <a:p>
            <a:pPr lvl="1"/>
            <a:r>
              <a:rPr lang="en-US" sz="1800" dirty="0"/>
              <a:t>“Value”: represent default value for interface and actual value for configuration</a:t>
            </a:r>
          </a:p>
          <a:p>
            <a:pPr lvl="1"/>
            <a:r>
              <a:rPr lang="en-US" sz="1800" dirty="0"/>
              <a:t>“Value” might have a placeholder that reference to other parameter or input field</a:t>
            </a:r>
          </a:p>
          <a:p>
            <a:pPr lvl="1"/>
            <a:r>
              <a:rPr lang="en-US" sz="1800" dirty="0"/>
              <a:t>“Mandatory” requires for user to set value during configuration</a:t>
            </a:r>
          </a:p>
          <a:p>
            <a:r>
              <a:rPr lang="en-US" sz="1800" b="1" dirty="0"/>
              <a:t>Input </a:t>
            </a:r>
            <a:r>
              <a:rPr lang="en-US" sz="1800" dirty="0"/>
              <a:t>fields section</a:t>
            </a:r>
          </a:p>
          <a:p>
            <a:pPr lvl="1"/>
            <a:r>
              <a:rPr lang="en-US" sz="1800" dirty="0"/>
              <a:t>Used only in transformers interface JSON</a:t>
            </a:r>
          </a:p>
          <a:p>
            <a:pPr lvl="1"/>
            <a:r>
              <a:rPr lang="en-US" sz="1800" dirty="0"/>
              <a:t>“Value” provides default when input field is missing </a:t>
            </a:r>
          </a:p>
          <a:p>
            <a:pPr marL="571500" lvl="1" indent="0">
              <a:buNone/>
            </a:pPr>
            <a:r>
              <a:rPr lang="en-US" sz="1800" dirty="0"/>
              <a:t> </a:t>
            </a:r>
          </a:p>
          <a:p>
            <a:r>
              <a:rPr lang="en-US" sz="1800" b="1" dirty="0"/>
              <a:t>Output</a:t>
            </a:r>
            <a:r>
              <a:rPr lang="en-US" sz="1800" dirty="0"/>
              <a:t> fields section</a:t>
            </a:r>
          </a:p>
          <a:p>
            <a:pPr lvl="1"/>
            <a:r>
              <a:rPr lang="en-US" sz="1800" dirty="0"/>
              <a:t> Used  interface/configuration JSONs of transformers/feeds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IL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3142A1-B855-DAA1-EC57-4CBEA1E96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5562" y="1634965"/>
            <a:ext cx="5339751" cy="40011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"params"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 </a:t>
            </a:r>
            <a:r>
              <a:rPr lang="en-US" altLang="en-IL" sz="1000" dirty="0">
                <a:solidFill>
                  <a:srgbClr val="A9B7C6"/>
                </a:solidFill>
                <a:latin typeface="Arial Unicode MS"/>
              </a:rPr>
              <a:t>{   </a:t>
            </a:r>
            <a:r>
              <a:rPr lang="en-US" altLang="en-IL" sz="1000" dirty="0">
                <a:solidFill>
                  <a:srgbClr val="6A8759"/>
                </a:solidFill>
                <a:latin typeface="Arial Unicode MS"/>
              </a:rPr>
              <a:t>“language”</a:t>
            </a:r>
            <a:r>
              <a:rPr lang="en-US" altLang="en-IL" sz="1000" dirty="0">
                <a:solidFill>
                  <a:srgbClr val="CC7832"/>
                </a:solidFill>
                <a:latin typeface="Arial Unicode MS"/>
              </a:rPr>
              <a:t>: {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"type"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"text"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"value"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"English“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, “mandatory”: True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}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b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</a:b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            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     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"prompt“</a:t>
            </a:r>
            <a:r>
              <a:rPr lang="en-US" altLang="en-IL" sz="1000" dirty="0">
                <a:solidFill>
                  <a:srgbClr val="CC7832"/>
                </a:solidFill>
                <a:latin typeface="Arial Unicode MS"/>
              </a:rPr>
              <a:t>:    {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"type"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"text"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"value"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"translate {content} into {language}"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}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   }</a:t>
            </a: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8704F2E-58F8-AB59-001C-5F0DE1383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768" y="4048454"/>
            <a:ext cx="3812875" cy="40011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"input"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 </a:t>
            </a:r>
            <a:r>
              <a:rPr lang="en-US" altLang="en-IL" sz="1000" dirty="0">
                <a:solidFill>
                  <a:srgbClr val="A9B7C6"/>
                </a:solidFill>
                <a:latin typeface="Arial Unicode MS"/>
              </a:rPr>
              <a:t>{ 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"content“</a:t>
            </a:r>
            <a:r>
              <a:rPr lang="en-US" altLang="en-IL" sz="1000" dirty="0">
                <a:solidFill>
                  <a:srgbClr val="CC7832"/>
                </a:solidFill>
                <a:latin typeface="Arial Unicode MS"/>
              </a:rPr>
              <a:t>: {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"type"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"text"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"value"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“”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}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b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</a:b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             </a:t>
            </a:r>
            <a:r>
              <a:rPr lang="en-US" altLang="en-IL" sz="1000" dirty="0">
                <a:solidFill>
                  <a:srgbClr val="A9B7C6"/>
                </a:solidFill>
                <a:latin typeface="Arial Unicode MS"/>
              </a:rPr>
              <a:t>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"title“</a:t>
            </a:r>
            <a:r>
              <a:rPr lang="en-US" altLang="en-IL" sz="1000" dirty="0">
                <a:solidFill>
                  <a:srgbClr val="CC7832"/>
                </a:solidFill>
                <a:latin typeface="Arial Unicode MS"/>
              </a:rPr>
              <a:t>:        {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"type"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"text"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"value"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"empty title"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}</a:t>
            </a:r>
            <a:r>
              <a:rPr lang="en-US" altLang="en-IL" sz="1000" dirty="0">
                <a:solidFill>
                  <a:srgbClr val="A9B7C6"/>
                </a:solidFill>
                <a:latin typeface="Arial Unicode MS"/>
              </a:rPr>
              <a:t>}</a:t>
            </a: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1F9C1AB-AAC0-D465-CAC5-122BE3A20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016" y="5663247"/>
            <a:ext cx="4896928" cy="70788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"output"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{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A9B7C6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IL" sz="1000" dirty="0">
                <a:solidFill>
                  <a:srgbClr val="A9B7C6"/>
                </a:solidFill>
                <a:latin typeface="Arial Unicode MS"/>
              </a:rPr>
              <a:t>      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"fields"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</a:t>
            </a:r>
            <a:r>
              <a:rPr lang="en-US" altLang="en-IL" sz="1000" dirty="0">
                <a:solidFill>
                  <a:srgbClr val="A9B7C6"/>
                </a:solidFill>
                <a:latin typeface="Arial Unicode MS"/>
              </a:rPr>
              <a:t>{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"content“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:{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"type"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"text"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"value"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“”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}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b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</a:b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            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   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{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"title“</a:t>
            </a:r>
            <a:r>
              <a:rPr lang="en-US" altLang="en-IL" sz="1000" dirty="0">
                <a:solidFill>
                  <a:srgbClr val="CC7832"/>
                </a:solidFill>
                <a:latin typeface="Arial Unicode MS"/>
              </a:rPr>
              <a:t>:     {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"type"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"text"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"value"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“”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}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  }</a:t>
            </a:r>
            <a:b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      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"map"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</a:t>
            </a:r>
            <a:r>
              <a:rPr lang="en-US" altLang="en-IL" sz="1000" dirty="0">
                <a:solidFill>
                  <a:srgbClr val="A9B7C6"/>
                </a:solidFill>
                <a:latin typeface="Arial Unicode MS"/>
              </a:rPr>
              <a:t>{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"content"</a:t>
            </a:r>
            <a:r>
              <a:rPr lang="en-US" altLang="en-IL" sz="1000" dirty="0">
                <a:solidFill>
                  <a:srgbClr val="CC7832"/>
                </a:solidFill>
                <a:latin typeface="Arial Unicode MS"/>
              </a:rPr>
              <a:t>:{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"type"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"text"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"value"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: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"full text is {content} and {title}"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}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  }</a:t>
            </a: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2204F-A0E0-F92F-B1AF-6564A4B20CD3}"/>
              </a:ext>
            </a:extLst>
          </p:cNvPr>
          <p:cNvSpPr txBox="1"/>
          <p:nvPr/>
        </p:nvSpPr>
        <p:spPr>
          <a:xfrm>
            <a:off x="6367401" y="5095051"/>
            <a:ext cx="570206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b="1" dirty="0"/>
              <a:t>map” </a:t>
            </a:r>
            <a:r>
              <a:rPr lang="en-US" dirty="0"/>
              <a:t>subsection (only in configuration) is only present in configuration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 of fields contains default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“map” renames and recombine fields using placeholders in the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“map” fields are added to output documents and and original fields are overwritten if the same name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690594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B523-16A0-3ED4-BCAB-451222C01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interface/Config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D6C07-438F-48E5-1047-A96EDB3AE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Feed</a:t>
            </a:r>
          </a:p>
          <a:p>
            <a:pPr lvl="1"/>
            <a:r>
              <a:rPr lang="en-US" dirty="0"/>
              <a:t>Interface: params (could be omitted) + mandatory outputs fields</a:t>
            </a:r>
          </a:p>
          <a:p>
            <a:pPr lvl="1"/>
            <a:r>
              <a:rPr lang="en-US" dirty="0"/>
              <a:t>Config:  override params + optional maps</a:t>
            </a:r>
          </a:p>
          <a:p>
            <a:pPr lvl="1"/>
            <a:endParaRPr lang="en-US" dirty="0"/>
          </a:p>
          <a:p>
            <a:r>
              <a:rPr lang="en-US" dirty="0"/>
              <a:t>Transform</a:t>
            </a:r>
          </a:p>
          <a:p>
            <a:pPr lvl="1"/>
            <a:r>
              <a:rPr lang="en-US" dirty="0"/>
              <a:t>Interface: params (could be omitted)+ mandatory input+ mandatory output fields</a:t>
            </a:r>
          </a:p>
          <a:p>
            <a:pPr lvl="1"/>
            <a:r>
              <a:rPr lang="en-US" dirty="0"/>
              <a:t>Config : override params +optional maps</a:t>
            </a:r>
          </a:p>
          <a:p>
            <a:pPr lvl="1"/>
            <a:endParaRPr lang="en-US" dirty="0"/>
          </a:p>
          <a:p>
            <a:r>
              <a:rPr lang="en-US" dirty="0"/>
              <a:t>Default values</a:t>
            </a:r>
          </a:p>
          <a:p>
            <a:pPr lvl="1"/>
            <a:r>
              <a:rPr lang="en-US" dirty="0"/>
              <a:t>Configuration override interface defaults</a:t>
            </a:r>
          </a:p>
          <a:p>
            <a:pPr lvl="1"/>
            <a:r>
              <a:rPr lang="en-US" dirty="0"/>
              <a:t>Transformer/Feed might not expose params from its parts (e.g. URL)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738122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4ECE-22CB-F7BF-CB79-4612A6959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Documents and Chain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91D74-D771-B267-F94B-3C0DA4EF0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Documents are named  and typed fields</a:t>
            </a:r>
          </a:p>
          <a:p>
            <a:pPr lvl="1"/>
            <a:r>
              <a:rPr lang="en-US" dirty="0"/>
              <a:t>Generally, each transformer adds new fields or relace existing field in an input document for producing and output document</a:t>
            </a:r>
          </a:p>
          <a:p>
            <a:r>
              <a:rPr lang="en-US" dirty="0"/>
              <a:t>A  transformer can</a:t>
            </a:r>
          </a:p>
          <a:p>
            <a:pPr lvl="1"/>
            <a:r>
              <a:rPr lang="en-US" dirty="0"/>
              <a:t>Add a field (as specified by output interface)</a:t>
            </a:r>
          </a:p>
          <a:p>
            <a:pPr lvl="1"/>
            <a:r>
              <a:rPr lang="en-US" dirty="0"/>
              <a:t>Overwrite a field (if output interface has the same name)</a:t>
            </a:r>
          </a:p>
          <a:p>
            <a:pPr lvl="1"/>
            <a:r>
              <a:rPr lang="en-US" dirty="0"/>
              <a:t>Rename a field (as specified by configuration map section)</a:t>
            </a:r>
          </a:p>
          <a:p>
            <a:pPr lvl="2"/>
            <a:r>
              <a:rPr lang="en-US" dirty="0"/>
              <a:t>Rename can be done on transformer and feed configuration</a:t>
            </a:r>
          </a:p>
          <a:p>
            <a:pPr lvl="2"/>
            <a:r>
              <a:rPr lang="en-US" dirty="0"/>
              <a:t>UC 1: First rename input field (via source configuration)</a:t>
            </a:r>
          </a:p>
          <a:p>
            <a:pPr lvl="2"/>
            <a:r>
              <a:rPr lang="en-US" dirty="0"/>
              <a:t>UC2 : Rename output field ( via transformer configuration)</a:t>
            </a:r>
          </a:p>
          <a:p>
            <a:pPr lvl="1"/>
            <a:r>
              <a:rPr lang="en-US" dirty="0"/>
              <a:t>Drop a field</a:t>
            </a:r>
          </a:p>
          <a:p>
            <a:pPr lvl="2"/>
            <a:r>
              <a:rPr lang="en-US" dirty="0"/>
              <a:t>By providing configuration with output section that does not include input or output field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91328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6FF676-01FC-6C52-CBF6-CB6C394C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56136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B77F8-BDF4-7AAD-F011-DAED150F6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Design: SQL Tables (Minimal Set)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3160C5A-7132-404C-8B95-0C774C2DB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020987"/>
              </p:ext>
            </p:extLst>
          </p:nvPr>
        </p:nvGraphicFramePr>
        <p:xfrm>
          <a:off x="923342" y="2238375"/>
          <a:ext cx="10345315" cy="3503574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775251">
                  <a:extLst>
                    <a:ext uri="{9D8B030D-6E8A-4147-A177-3AD203B41FA5}">
                      <a16:colId xmlns:a16="http://schemas.microsoft.com/office/drawing/2014/main" val="1537637996"/>
                    </a:ext>
                  </a:extLst>
                </a:gridCol>
                <a:gridCol w="2519332">
                  <a:extLst>
                    <a:ext uri="{9D8B030D-6E8A-4147-A177-3AD203B41FA5}">
                      <a16:colId xmlns:a16="http://schemas.microsoft.com/office/drawing/2014/main" val="400236567"/>
                    </a:ext>
                  </a:extLst>
                </a:gridCol>
                <a:gridCol w="4151391">
                  <a:extLst>
                    <a:ext uri="{9D8B030D-6E8A-4147-A177-3AD203B41FA5}">
                      <a16:colId xmlns:a16="http://schemas.microsoft.com/office/drawing/2014/main" val="1481337115"/>
                    </a:ext>
                  </a:extLst>
                </a:gridCol>
                <a:gridCol w="2899341">
                  <a:extLst>
                    <a:ext uri="{9D8B030D-6E8A-4147-A177-3AD203B41FA5}">
                      <a16:colId xmlns:a16="http://schemas.microsoft.com/office/drawing/2014/main" val="116799137"/>
                    </a:ext>
                  </a:extLst>
                </a:gridCol>
              </a:tblGrid>
              <a:tr h="429129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626391"/>
                  </a:ext>
                </a:extLst>
              </a:tr>
              <a:tr h="59960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Feeds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Configuration and interface for implicit and explicit feeds, including atomic feeds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Feed  Id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025615"/>
                  </a:ext>
                </a:extLst>
              </a:tr>
              <a:tr h="84650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Transformers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Configuration and interface for implicit and explicit transformer, including atomic transformers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Transaction Id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569501"/>
                  </a:ext>
                </a:extLst>
              </a:tr>
              <a:tr h="59960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Fetched and generated document  (media content in document replaced to file store link)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 Id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832711"/>
                  </a:ext>
                </a:extLst>
              </a:tr>
              <a:tr h="59960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Users their channels, preferences and current token balance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Id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826095"/>
                  </a:ext>
                </a:extLst>
              </a:tr>
              <a:tr h="429129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Transactions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fetch and generation transactions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Transaction Id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289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8725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6C365-4CA8-1D0B-ABE6-3575289A6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55" y="9391"/>
            <a:ext cx="10515600" cy="741108"/>
          </a:xfrm>
        </p:spPr>
        <p:txBody>
          <a:bodyPr/>
          <a:lstStyle/>
          <a:p>
            <a:r>
              <a:rPr lang="en-US" dirty="0"/>
              <a:t>1. “Feeds” Table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C1852DE-E738-1A13-1589-11B85A522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529948"/>
              </p:ext>
            </p:extLst>
          </p:nvPr>
        </p:nvGraphicFramePr>
        <p:xfrm>
          <a:off x="847545" y="750499"/>
          <a:ext cx="10297781" cy="579120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1645488">
                  <a:extLst>
                    <a:ext uri="{9D8B030D-6E8A-4147-A177-3AD203B41FA5}">
                      <a16:colId xmlns:a16="http://schemas.microsoft.com/office/drawing/2014/main" val="1996673544"/>
                    </a:ext>
                  </a:extLst>
                </a:gridCol>
                <a:gridCol w="1423359">
                  <a:extLst>
                    <a:ext uri="{9D8B030D-6E8A-4147-A177-3AD203B41FA5}">
                      <a16:colId xmlns:a16="http://schemas.microsoft.com/office/drawing/2014/main" val="3507660099"/>
                    </a:ext>
                  </a:extLst>
                </a:gridCol>
                <a:gridCol w="2493034">
                  <a:extLst>
                    <a:ext uri="{9D8B030D-6E8A-4147-A177-3AD203B41FA5}">
                      <a16:colId xmlns:a16="http://schemas.microsoft.com/office/drawing/2014/main" val="365222640"/>
                    </a:ext>
                  </a:extLst>
                </a:gridCol>
                <a:gridCol w="4735900">
                  <a:extLst>
                    <a:ext uri="{9D8B030D-6E8A-4147-A177-3AD203B41FA5}">
                      <a16:colId xmlns:a16="http://schemas.microsoft.com/office/drawing/2014/main" val="4293256144"/>
                    </a:ext>
                  </a:extLst>
                </a:gridCol>
              </a:tblGrid>
              <a:tr h="291790">
                <a:tc>
                  <a:txBody>
                    <a:bodyPr/>
                    <a:lstStyle/>
                    <a:p>
                      <a:r>
                        <a:rPr lang="en-US" dirty="0"/>
                        <a:t>Column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Nullable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961010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Unique feed id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595761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provided name or autogenerated (for implicit)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924711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412763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Owner User (or system)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73537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 err="1"/>
                        <a:t>SrcFeedId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(Atomic)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Feed Id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112807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/>
                        <a:t>TransformId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YES(</a:t>
                      </a:r>
                      <a:r>
                        <a:rPr lang="en-US" dirty="0" err="1"/>
                        <a:t>Raparam</a:t>
                      </a:r>
                      <a:r>
                        <a:rPr lang="en-US" dirty="0"/>
                        <a:t> or Atomic)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transform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302037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 err="1"/>
                        <a:t>LastUpdate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(New)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Last time feed was tested for new items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425302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 err="1"/>
                        <a:t>LastGen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YES (New)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Last time feed produced an item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695267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 err="1"/>
                        <a:t>DayCount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(No Limit)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items generated today so far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10951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 err="1"/>
                        <a:t>TotalCount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YES (No Limit)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items produced by feed ever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12080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/>
                        <a:t>Interface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JSON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Describe how this feed can be use din composition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944015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 err="1"/>
                        <a:t>SrcFeedCfg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JSON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(if </a:t>
                      </a:r>
                      <a:r>
                        <a:rPr lang="en-US" dirty="0" err="1"/>
                        <a:t>SrcFeedId</a:t>
                      </a:r>
                      <a:r>
                        <a:rPr lang="en-US" dirty="0"/>
                        <a:t> is NULL)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Configuration of source feed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017473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/>
                        <a:t>TransformCfg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JSON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YES(if </a:t>
                      </a:r>
                      <a:r>
                        <a:rPr lang="en-US" dirty="0" err="1"/>
                        <a:t>Tranformid</a:t>
                      </a:r>
                      <a:r>
                        <a:rPr lang="en-US" dirty="0"/>
                        <a:t> is Null)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Configuration of transformer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790593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/>
                        <a:t>Implicit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Boolean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 if feed is implicit (auto-created0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193049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Boolean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 if other users can see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627168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(in tokens) for producing a single document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748060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/>
                        <a:t>Tags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Strings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Tags for search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031245"/>
                  </a:ext>
                </a:extLst>
              </a:tr>
              <a:tr h="291790">
                <a:tc>
                  <a:txBody>
                    <a:bodyPr/>
                    <a:lstStyle/>
                    <a:p>
                      <a:r>
                        <a:rPr lang="en-US" dirty="0" err="1"/>
                        <a:t>provdier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(if not atomic)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of the source provider (</a:t>
                      </a:r>
                      <a:r>
                        <a:rPr lang="en-US" dirty="0" err="1"/>
                        <a:t>RSS,Twitter</a:t>
                      </a:r>
                      <a:r>
                        <a:rPr lang="en-US" dirty="0"/>
                        <a:t>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296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635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7DAF-BC5A-8609-7CC9-01D2771E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“Transforms” Table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2F29B7C-7F52-DEAD-720C-A5D0820D6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13166"/>
              </p:ext>
            </p:extLst>
          </p:nvPr>
        </p:nvGraphicFramePr>
        <p:xfrm>
          <a:off x="1096992" y="1625441"/>
          <a:ext cx="10256809" cy="4872732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1739116">
                  <a:extLst>
                    <a:ext uri="{9D8B030D-6E8A-4147-A177-3AD203B41FA5}">
                      <a16:colId xmlns:a16="http://schemas.microsoft.com/office/drawing/2014/main" val="3003988707"/>
                    </a:ext>
                  </a:extLst>
                </a:gridCol>
                <a:gridCol w="1823741">
                  <a:extLst>
                    <a:ext uri="{9D8B030D-6E8A-4147-A177-3AD203B41FA5}">
                      <a16:colId xmlns:a16="http://schemas.microsoft.com/office/drawing/2014/main" val="3828355683"/>
                    </a:ext>
                  </a:extLst>
                </a:gridCol>
                <a:gridCol w="2206777">
                  <a:extLst>
                    <a:ext uri="{9D8B030D-6E8A-4147-A177-3AD203B41FA5}">
                      <a16:colId xmlns:a16="http://schemas.microsoft.com/office/drawing/2014/main" val="1452967049"/>
                    </a:ext>
                  </a:extLst>
                </a:gridCol>
                <a:gridCol w="4487175">
                  <a:extLst>
                    <a:ext uri="{9D8B030D-6E8A-4147-A177-3AD203B41FA5}">
                      <a16:colId xmlns:a16="http://schemas.microsoft.com/office/drawing/2014/main" val="982292213"/>
                    </a:ext>
                  </a:extLst>
                </a:gridCol>
              </a:tblGrid>
              <a:tr h="406061">
                <a:tc>
                  <a:txBody>
                    <a:bodyPr/>
                    <a:lstStyle/>
                    <a:p>
                      <a:r>
                        <a:rPr lang="en-US" dirty="0"/>
                        <a:t>Column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Nullable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643171"/>
                  </a:ext>
                </a:extLst>
              </a:tr>
              <a:tr h="406061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Unique Transform ID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93936"/>
                  </a:ext>
                </a:extLst>
              </a:tr>
              <a:tr h="406061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–provided transform Name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447838"/>
                  </a:ext>
                </a:extLst>
              </a:tr>
              <a:tr h="406061"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User-provided transform 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289150"/>
                  </a:ext>
                </a:extLst>
              </a:tr>
              <a:tr h="406061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(or system)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154793"/>
                  </a:ext>
                </a:extLst>
              </a:tr>
              <a:tr h="406061">
                <a:tc>
                  <a:txBody>
                    <a:bodyPr/>
                    <a:lstStyle/>
                    <a:p>
                      <a:r>
                        <a:rPr lang="en-US" dirty="0"/>
                        <a:t>Chain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JSON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Yes(Atomic Transform)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Chain of transformers to apply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972413"/>
                  </a:ext>
                </a:extLst>
              </a:tr>
              <a:tr h="406061">
                <a:tc>
                  <a:txBody>
                    <a:bodyPr/>
                    <a:lstStyle/>
                    <a:p>
                      <a:r>
                        <a:rPr lang="en-US" dirty="0"/>
                        <a:t>Interface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JSON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Interface document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891260"/>
                  </a:ext>
                </a:extLst>
              </a:tr>
              <a:tr h="406061">
                <a:tc>
                  <a:txBody>
                    <a:bodyPr/>
                    <a:lstStyle/>
                    <a:p>
                      <a:r>
                        <a:rPr lang="en-US" dirty="0"/>
                        <a:t>Config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JSONS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(atomic transform)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Config document for each transformer in chain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859746"/>
                  </a:ext>
                </a:extLst>
              </a:tr>
              <a:tr h="406061"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Boolean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other users can browse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261027"/>
                  </a:ext>
                </a:extLst>
              </a:tr>
              <a:tr h="406061"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of transforming a single document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266038"/>
                  </a:ext>
                </a:extLst>
              </a:tr>
              <a:tr h="406061">
                <a:tc>
                  <a:txBody>
                    <a:bodyPr/>
                    <a:lstStyle/>
                    <a:p>
                      <a:r>
                        <a:rPr lang="en-US" dirty="0"/>
                        <a:t>Tags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or strings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Tags for search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749477"/>
                  </a:ext>
                </a:extLst>
              </a:tr>
              <a:tr h="406061">
                <a:tc>
                  <a:txBody>
                    <a:bodyPr/>
                    <a:lstStyle/>
                    <a:p>
                      <a:r>
                        <a:rPr lang="en-US" dirty="0"/>
                        <a:t>Model Name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(if not atomic)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of the model OPenAI.text2Text, AWS.text2Speech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003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1603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7DD-F2B8-ABEC-A38B-43AE02AEE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51" y="123586"/>
            <a:ext cx="10515600" cy="1325563"/>
          </a:xfrm>
        </p:spPr>
        <p:txBody>
          <a:bodyPr/>
          <a:lstStyle/>
          <a:p>
            <a:r>
              <a:rPr lang="en-US" dirty="0"/>
              <a:t>3. “Documents” Table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17BD32-EE36-1D8B-D588-58F7564CB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808256"/>
              </p:ext>
            </p:extLst>
          </p:nvPr>
        </p:nvGraphicFramePr>
        <p:xfrm>
          <a:off x="970952" y="2056760"/>
          <a:ext cx="10515600" cy="296672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64819739"/>
                    </a:ext>
                  </a:extLst>
                </a:gridCol>
                <a:gridCol w="1561219">
                  <a:extLst>
                    <a:ext uri="{9D8B030D-6E8A-4147-A177-3AD203B41FA5}">
                      <a16:colId xmlns:a16="http://schemas.microsoft.com/office/drawing/2014/main" val="1332201253"/>
                    </a:ext>
                  </a:extLst>
                </a:gridCol>
                <a:gridCol w="1662903">
                  <a:extLst>
                    <a:ext uri="{9D8B030D-6E8A-4147-A177-3AD203B41FA5}">
                      <a16:colId xmlns:a16="http://schemas.microsoft.com/office/drawing/2014/main" val="1614006156"/>
                    </a:ext>
                  </a:extLst>
                </a:gridCol>
                <a:gridCol w="4662578">
                  <a:extLst>
                    <a:ext uri="{9D8B030D-6E8A-4147-A177-3AD203B41FA5}">
                      <a16:colId xmlns:a16="http://schemas.microsoft.com/office/drawing/2014/main" val="1223747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Nullable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965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Unique Document Id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318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Document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JSON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JSON , multimedia is replaced with storage links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782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FeedId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Feed that generated the document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989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DateGenerated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 document was generated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176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BOOLEAN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 document used as a feed sample (for public feeds)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739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Tokens used </a:t>
                      </a:r>
                      <a:r>
                        <a:rPr lang="en-US" dirty="0" err="1"/>
                        <a:t>fro</a:t>
                      </a:r>
                      <a:r>
                        <a:rPr lang="en-US" dirty="0"/>
                        <a:t> generated the document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428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that generated the document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56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566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D53A5-5968-60CE-9F7F-2716D71D4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“Users” Table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2F41616-BFCA-0145-C515-ADB0738C1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109770"/>
              </p:ext>
            </p:extLst>
          </p:nvPr>
        </p:nvGraphicFramePr>
        <p:xfrm>
          <a:off x="838200" y="1996376"/>
          <a:ext cx="10424543" cy="411988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2472142">
                  <a:extLst>
                    <a:ext uri="{9D8B030D-6E8A-4147-A177-3AD203B41FA5}">
                      <a16:colId xmlns:a16="http://schemas.microsoft.com/office/drawing/2014/main" val="1025351745"/>
                    </a:ext>
                  </a:extLst>
                </a:gridCol>
                <a:gridCol w="1991481">
                  <a:extLst>
                    <a:ext uri="{9D8B030D-6E8A-4147-A177-3AD203B41FA5}">
                      <a16:colId xmlns:a16="http://schemas.microsoft.com/office/drawing/2014/main" val="564584930"/>
                    </a:ext>
                  </a:extLst>
                </a:gridCol>
                <a:gridCol w="807656">
                  <a:extLst>
                    <a:ext uri="{9D8B030D-6E8A-4147-A177-3AD203B41FA5}">
                      <a16:colId xmlns:a16="http://schemas.microsoft.com/office/drawing/2014/main" val="3457608455"/>
                    </a:ext>
                  </a:extLst>
                </a:gridCol>
                <a:gridCol w="5153264">
                  <a:extLst>
                    <a:ext uri="{9D8B030D-6E8A-4147-A177-3AD203B41FA5}">
                      <a16:colId xmlns:a16="http://schemas.microsoft.com/office/drawing/2014/main" val="3184368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Nullable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12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Unique user id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20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Nickname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nickname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563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FullName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Full user’s name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21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Authentications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placeholder for several columns per authentication type SSO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260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Subscription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JSON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for feeds user subscribed to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166444"/>
                  </a:ext>
                </a:extLst>
              </a:tr>
              <a:tr h="246397">
                <a:tc>
                  <a:txBody>
                    <a:bodyPr/>
                    <a:lstStyle/>
                    <a:p>
                      <a:r>
                        <a:rPr lang="en-US" dirty="0"/>
                        <a:t>RSS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URL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A link to user RSS for his channel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07269"/>
                  </a:ext>
                </a:extLst>
              </a:tr>
              <a:tr h="148631">
                <a:tc>
                  <a:txBody>
                    <a:bodyPr/>
                    <a:lstStyle/>
                    <a:p>
                      <a:r>
                        <a:rPr lang="en-US" dirty="0"/>
                        <a:t>Balance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current balance in tokens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524039"/>
                  </a:ext>
                </a:extLst>
              </a:tr>
              <a:tr h="148631">
                <a:tc>
                  <a:txBody>
                    <a:bodyPr/>
                    <a:lstStyle/>
                    <a:p>
                      <a:r>
                        <a:rPr lang="en-US" dirty="0"/>
                        <a:t>Blocked Balance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 of balance that is blocked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27397"/>
                  </a:ext>
                </a:extLst>
              </a:tr>
              <a:tr h="266525">
                <a:tc>
                  <a:txBody>
                    <a:bodyPr/>
                    <a:lstStyle/>
                    <a:p>
                      <a:r>
                        <a:rPr lang="en-US" dirty="0" err="1"/>
                        <a:t>DailyCapLimit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 tokens to use per period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69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Delivery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placeholder for several preferred delivery methods (email, RSS)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235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746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0355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8856-B828-7DE2-C636-D6E3CF17D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Transactions Table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319D84A-9283-A516-3844-0A2A4DA63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985297"/>
              </p:ext>
            </p:extLst>
          </p:nvPr>
        </p:nvGraphicFramePr>
        <p:xfrm>
          <a:off x="1065842" y="2263795"/>
          <a:ext cx="8128000" cy="407924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57826281"/>
                    </a:ext>
                  </a:extLst>
                </a:gridCol>
                <a:gridCol w="1016958">
                  <a:extLst>
                    <a:ext uri="{9D8B030D-6E8A-4147-A177-3AD203B41FA5}">
                      <a16:colId xmlns:a16="http://schemas.microsoft.com/office/drawing/2014/main" val="4189459215"/>
                    </a:ext>
                  </a:extLst>
                </a:gridCol>
                <a:gridCol w="1095555">
                  <a:extLst>
                    <a:ext uri="{9D8B030D-6E8A-4147-A177-3AD203B41FA5}">
                      <a16:colId xmlns:a16="http://schemas.microsoft.com/office/drawing/2014/main" val="3660022343"/>
                    </a:ext>
                  </a:extLst>
                </a:gridCol>
                <a:gridCol w="3983487">
                  <a:extLst>
                    <a:ext uri="{9D8B030D-6E8A-4147-A177-3AD203B41FA5}">
                      <a16:colId xmlns:a16="http://schemas.microsoft.com/office/drawing/2014/main" val="3730092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Nullable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31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Transaction id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390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Category(feed update, balance update etc.)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859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Timestamp of the transaction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736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FeedId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Feed id if relevant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862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TransformId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Transform id is relevant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57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UserId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Id if relevant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2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DocumentId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 id if relevant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69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Cost/Amount if relevant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91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Message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JSON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JSON , type-specific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933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AquisitionCost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for the system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0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29321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166486-66F1-3B76-264E-47389F736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Services and APIs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4F748-4780-C6DA-D768-61406FE0A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58419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EDC4A-1CEA-E2B3-D728-3DFB59FF6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24" y="141192"/>
            <a:ext cx="10515600" cy="493290"/>
          </a:xfrm>
        </p:spPr>
        <p:txBody>
          <a:bodyPr>
            <a:normAutofit fontScale="90000"/>
          </a:bodyPr>
          <a:lstStyle/>
          <a:p>
            <a:r>
              <a:rPr lang="en-US" dirty="0"/>
              <a:t>Top-level system services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B85E081-6DEC-8C54-E945-F4AEF7E94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658332"/>
              </p:ext>
            </p:extLst>
          </p:nvPr>
        </p:nvGraphicFramePr>
        <p:xfrm>
          <a:off x="389552" y="746452"/>
          <a:ext cx="11412895" cy="556445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562170">
                  <a:extLst>
                    <a:ext uri="{9D8B030D-6E8A-4147-A177-3AD203B41FA5}">
                      <a16:colId xmlns:a16="http://schemas.microsoft.com/office/drawing/2014/main" val="2381366134"/>
                    </a:ext>
                  </a:extLst>
                </a:gridCol>
                <a:gridCol w="1622749">
                  <a:extLst>
                    <a:ext uri="{9D8B030D-6E8A-4147-A177-3AD203B41FA5}">
                      <a16:colId xmlns:a16="http://schemas.microsoft.com/office/drawing/2014/main" val="2595180615"/>
                    </a:ext>
                  </a:extLst>
                </a:gridCol>
                <a:gridCol w="4711959">
                  <a:extLst>
                    <a:ext uri="{9D8B030D-6E8A-4147-A177-3AD203B41FA5}">
                      <a16:colId xmlns:a16="http://schemas.microsoft.com/office/drawing/2014/main" val="2258826405"/>
                    </a:ext>
                  </a:extLst>
                </a:gridCol>
                <a:gridCol w="4516017">
                  <a:extLst>
                    <a:ext uri="{9D8B030D-6E8A-4147-A177-3AD203B41FA5}">
                      <a16:colId xmlns:a16="http://schemas.microsoft.com/office/drawing/2014/main" val="908265437"/>
                    </a:ext>
                  </a:extLst>
                </a:gridCol>
              </a:tblGrid>
              <a:tr h="300363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API/Service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Calls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357305"/>
                  </a:ext>
                </a:extLst>
              </a:tr>
              <a:tr h="59249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Provisioning API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and edit feeds and transformers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Enumerate feed/transform</a:t>
                      </a:r>
                    </a:p>
                    <a:p>
                      <a:r>
                        <a:rPr lang="en-US" dirty="0"/>
                        <a:t>Fetch feed/transform details</a:t>
                      </a:r>
                    </a:p>
                    <a:p>
                      <a:r>
                        <a:rPr lang="en-US" dirty="0"/>
                        <a:t>Add/Delete/Update feed transform config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196155"/>
                  </a:ext>
                </a:extLst>
              </a:tr>
              <a:tr h="55596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 API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Fetch feeds and  documents content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Fetch feeds/documents from DB based on filters</a:t>
                      </a:r>
                    </a:p>
                    <a:p>
                      <a:r>
                        <a:rPr lang="en-US" dirty="0"/>
                        <a:t>Time /Feed/Tag filter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58744"/>
                  </a:ext>
                </a:extLst>
              </a:tr>
              <a:tr h="39380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Generation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 new documents from feed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feed (with/without caching)</a:t>
                      </a:r>
                    </a:p>
                    <a:p>
                      <a:r>
                        <a:rPr lang="en-US" dirty="0"/>
                        <a:t>Start background or interactive update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08308"/>
                  </a:ext>
                </a:extLst>
              </a:tr>
              <a:tr h="39380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Wallet API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 user wallet, add, block and deduce tokens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Fetch wallet credit , credit/deduce tokens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347793"/>
                  </a:ext>
                </a:extLst>
              </a:tr>
              <a:tr h="55596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Transactions API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 generation and token transactions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 transaction</a:t>
                      </a:r>
                    </a:p>
                    <a:p>
                      <a:r>
                        <a:rPr lang="en-US" dirty="0"/>
                        <a:t>Fetch transaction and transaction summaries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79540"/>
                  </a:ext>
                </a:extLst>
              </a:tr>
              <a:tr h="419685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API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Uniform access to external and internal models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Register model connector</a:t>
                      </a:r>
                    </a:p>
                    <a:p>
                      <a:r>
                        <a:rPr lang="en-US" dirty="0"/>
                        <a:t>Apply model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87264"/>
                  </a:ext>
                </a:extLst>
              </a:tr>
              <a:tr h="393805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Publishing API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Uniform publishing to different platforms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Publish channel document to various platform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774335"/>
                  </a:ext>
                </a:extLst>
              </a:tr>
              <a:tr h="55596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API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, manage users and their channel and account settings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Create/Delete user</a:t>
                      </a:r>
                    </a:p>
                    <a:p>
                      <a:r>
                        <a:rPr lang="en-US" dirty="0"/>
                        <a:t>Get/config user channels/publishing preferences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834141"/>
                  </a:ext>
                </a:extLst>
              </a:tr>
              <a:tr h="419685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Payment API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Receive and transfer payments for </a:t>
                      </a:r>
                      <a:r>
                        <a:rPr lang="en-US" dirty="0" err="1"/>
                        <a:t>paypal</a:t>
                      </a:r>
                      <a:r>
                        <a:rPr lang="en-US" dirty="0"/>
                        <a:t>, credit card and others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Receive</a:t>
                      </a:r>
                    </a:p>
                    <a:p>
                      <a:r>
                        <a:rPr lang="en-US"/>
                        <a:t>Transformer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032051"/>
                  </a:ext>
                </a:extLst>
              </a:tr>
              <a:tr h="419685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API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 external data sources in a uniform way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Register source connector</a:t>
                      </a:r>
                    </a:p>
                    <a:p>
                      <a:r>
                        <a:rPr lang="en-US" dirty="0"/>
                        <a:t>Fetch from source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98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7077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>
            <a:extLst>
              <a:ext uri="{FF2B5EF4-FFF2-40B4-BE49-F238E27FC236}">
                <a16:creationId xmlns:a16="http://schemas.microsoft.com/office/drawing/2014/main" id="{42405FDE-F08B-0681-EDC5-09D93E60421B}"/>
              </a:ext>
            </a:extLst>
          </p:cNvPr>
          <p:cNvSpPr/>
          <p:nvPr/>
        </p:nvSpPr>
        <p:spPr>
          <a:xfrm>
            <a:off x="3424335" y="1993199"/>
            <a:ext cx="6260841" cy="33345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348EB-86FA-E938-26AF-CF8DEF74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65" y="51350"/>
            <a:ext cx="2600344" cy="575150"/>
          </a:xfrm>
        </p:spPr>
        <p:txBody>
          <a:bodyPr>
            <a:noAutofit/>
          </a:bodyPr>
          <a:lstStyle/>
          <a:p>
            <a:r>
              <a:rPr lang="en-US" b="1" dirty="0"/>
              <a:t>Interfaces</a:t>
            </a:r>
            <a:endParaRPr lang="en-IL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DAF805-2AF7-35B5-7EE5-469CD5664B37}"/>
              </a:ext>
            </a:extLst>
          </p:cNvPr>
          <p:cNvSpPr/>
          <p:nvPr/>
        </p:nvSpPr>
        <p:spPr>
          <a:xfrm>
            <a:off x="3560234" y="2182136"/>
            <a:ext cx="2961866" cy="53204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Internal RSS Server</a:t>
            </a:r>
            <a:endParaRPr lang="en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F6318D-DF28-1837-C569-020DB2540AC3}"/>
              </a:ext>
            </a:extLst>
          </p:cNvPr>
          <p:cNvSpPr/>
          <p:nvPr/>
        </p:nvSpPr>
        <p:spPr>
          <a:xfrm>
            <a:off x="6766152" y="2179377"/>
            <a:ext cx="2716862" cy="124962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Web </a:t>
            </a:r>
          </a:p>
          <a:p>
            <a:pPr algn="ctr"/>
            <a:r>
              <a:rPr lang="en-US"/>
              <a:t>Provisioning/Consumption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1B64CF-AAFA-F7B8-EA73-2C9BBA48D625}"/>
              </a:ext>
            </a:extLst>
          </p:cNvPr>
          <p:cNvSpPr/>
          <p:nvPr/>
        </p:nvSpPr>
        <p:spPr>
          <a:xfrm>
            <a:off x="3560234" y="3562760"/>
            <a:ext cx="4277482" cy="70943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PromptArt.AI Core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588B47-E043-0350-EE44-0DEA19909DB9}"/>
              </a:ext>
            </a:extLst>
          </p:cNvPr>
          <p:cNvSpPr/>
          <p:nvPr/>
        </p:nvSpPr>
        <p:spPr>
          <a:xfrm>
            <a:off x="1653655" y="5713819"/>
            <a:ext cx="1351384" cy="737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OpenAI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212BC9-63C8-8607-111E-7225C95FD266}"/>
              </a:ext>
            </a:extLst>
          </p:cNvPr>
          <p:cNvSpPr/>
          <p:nvPr/>
        </p:nvSpPr>
        <p:spPr>
          <a:xfrm>
            <a:off x="5318451" y="4449578"/>
            <a:ext cx="1438470" cy="70943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Model API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EE45CD-8E7C-CF29-CA05-352CC92CEEF4}"/>
              </a:ext>
            </a:extLst>
          </p:cNvPr>
          <p:cNvSpPr/>
          <p:nvPr/>
        </p:nvSpPr>
        <p:spPr>
          <a:xfrm>
            <a:off x="3523276" y="5713819"/>
            <a:ext cx="1351384" cy="737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AWS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0F75A9-0071-5918-5827-3BE82D3C7918}"/>
              </a:ext>
            </a:extLst>
          </p:cNvPr>
          <p:cNvSpPr/>
          <p:nvPr/>
        </p:nvSpPr>
        <p:spPr>
          <a:xfrm>
            <a:off x="10196237" y="5714728"/>
            <a:ext cx="1358204" cy="737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Other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0C5619-E910-803B-FF6B-36096184C25F}"/>
              </a:ext>
            </a:extLst>
          </p:cNvPr>
          <p:cNvSpPr/>
          <p:nvPr/>
        </p:nvSpPr>
        <p:spPr>
          <a:xfrm>
            <a:off x="6978965" y="4433169"/>
            <a:ext cx="2504050" cy="737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Source API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A93425-7251-7CAC-CB81-1F8BFC30B568}"/>
              </a:ext>
            </a:extLst>
          </p:cNvPr>
          <p:cNvSpPr/>
          <p:nvPr/>
        </p:nvSpPr>
        <p:spPr>
          <a:xfrm>
            <a:off x="5364903" y="5713819"/>
            <a:ext cx="1351384" cy="737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Other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DB24D6-85E4-25D6-F30D-58EA08F8CB9C}"/>
              </a:ext>
            </a:extLst>
          </p:cNvPr>
          <p:cNvSpPr/>
          <p:nvPr/>
        </p:nvSpPr>
        <p:spPr>
          <a:xfrm>
            <a:off x="7043022" y="5695164"/>
            <a:ext cx="1365028" cy="737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RSS Content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CAB39B-BA9C-5CAB-FE0F-FFEBBDAECFD8}"/>
              </a:ext>
            </a:extLst>
          </p:cNvPr>
          <p:cNvSpPr/>
          <p:nvPr/>
        </p:nvSpPr>
        <p:spPr>
          <a:xfrm>
            <a:off x="8557724" y="5695164"/>
            <a:ext cx="1358205" cy="737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Twitter Content</a:t>
            </a:r>
            <a:endParaRPr lang="en-I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40A281-4C09-AD2B-D54F-F5B1DFDCD92F}"/>
              </a:ext>
            </a:extLst>
          </p:cNvPr>
          <p:cNvSpPr/>
          <p:nvPr/>
        </p:nvSpPr>
        <p:spPr>
          <a:xfrm>
            <a:off x="3560233" y="4449577"/>
            <a:ext cx="1438471" cy="7207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Internal Model Host</a:t>
            </a:r>
            <a:endParaRPr lang="en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A993A0-6525-B17F-E849-A3819499F611}"/>
              </a:ext>
            </a:extLst>
          </p:cNvPr>
          <p:cNvSpPr/>
          <p:nvPr/>
        </p:nvSpPr>
        <p:spPr>
          <a:xfrm>
            <a:off x="3560234" y="2891569"/>
            <a:ext cx="2980328" cy="51507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Publishing API</a:t>
            </a:r>
            <a:endParaRPr lang="en-IL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D2D4E3-3D9C-C774-4278-F93506C738DE}"/>
              </a:ext>
            </a:extLst>
          </p:cNvPr>
          <p:cNvSpPr/>
          <p:nvPr/>
        </p:nvSpPr>
        <p:spPr>
          <a:xfrm>
            <a:off x="1434704" y="2179376"/>
            <a:ext cx="1351384" cy="737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E-Mail</a:t>
            </a:r>
            <a:endParaRPr lang="en-I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312D50-04BD-CB9A-FB78-E681F95456AB}"/>
              </a:ext>
            </a:extLst>
          </p:cNvPr>
          <p:cNvSpPr/>
          <p:nvPr/>
        </p:nvSpPr>
        <p:spPr>
          <a:xfrm>
            <a:off x="1453226" y="3318366"/>
            <a:ext cx="1351384" cy="737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Telegram</a:t>
            </a:r>
            <a:endParaRPr lang="en-I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C7CC0A-544C-AD6D-1093-C263E9BC37C0}"/>
              </a:ext>
            </a:extLst>
          </p:cNvPr>
          <p:cNvSpPr/>
          <p:nvPr/>
        </p:nvSpPr>
        <p:spPr>
          <a:xfrm>
            <a:off x="1458670" y="4469370"/>
            <a:ext cx="1351384" cy="737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Other</a:t>
            </a:r>
            <a:endParaRPr lang="en-IL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6886BC-7503-C7D0-952C-7082B3FD92EA}"/>
              </a:ext>
            </a:extLst>
          </p:cNvPr>
          <p:cNvSpPr/>
          <p:nvPr/>
        </p:nvSpPr>
        <p:spPr>
          <a:xfrm>
            <a:off x="6890657" y="1115681"/>
            <a:ext cx="1217646" cy="48563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Desktop Browser</a:t>
            </a:r>
            <a:endParaRPr lang="en-IL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64259E-B5BB-03B1-3ECE-4CF1592E7BF3}"/>
              </a:ext>
            </a:extLst>
          </p:cNvPr>
          <p:cNvSpPr/>
          <p:nvPr/>
        </p:nvSpPr>
        <p:spPr>
          <a:xfrm>
            <a:off x="8254481" y="1115680"/>
            <a:ext cx="1217646" cy="48563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Mobile Browser</a:t>
            </a:r>
            <a:endParaRPr lang="en-IL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8AA9A6-F2D5-E740-3E37-395168018D6B}"/>
              </a:ext>
            </a:extLst>
          </p:cNvPr>
          <p:cNvSpPr/>
          <p:nvPr/>
        </p:nvSpPr>
        <p:spPr>
          <a:xfrm>
            <a:off x="3550902" y="1099019"/>
            <a:ext cx="1504076" cy="48563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RSS readers</a:t>
            </a:r>
            <a:endParaRPr lang="en-IL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E29146-10A7-F8CE-6829-270B71D4B71B}"/>
              </a:ext>
            </a:extLst>
          </p:cNvPr>
          <p:cNvSpPr/>
          <p:nvPr/>
        </p:nvSpPr>
        <p:spPr>
          <a:xfrm>
            <a:off x="5169131" y="1097020"/>
            <a:ext cx="1343637" cy="4856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Podcast Clients</a:t>
            </a:r>
            <a:endParaRPr lang="en-IL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FE3595-C376-D58C-289F-5D1C96C8C31A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flipH="1" flipV="1">
            <a:off x="5041167" y="2714184"/>
            <a:ext cx="9231" cy="177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45AAF8C2-7D46-17DD-6A27-9487BC34E911}"/>
              </a:ext>
            </a:extLst>
          </p:cNvPr>
          <p:cNvCxnSpPr>
            <a:cxnSpLocks/>
            <a:stCxn id="17" idx="1"/>
            <a:endCxn id="18" idx="3"/>
          </p:cNvCxnSpPr>
          <p:nvPr/>
        </p:nvCxnSpPr>
        <p:spPr>
          <a:xfrm rot="10800000">
            <a:off x="2786088" y="2547936"/>
            <a:ext cx="774146" cy="6011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1F5B65ED-8835-A3C2-034D-D36D750A4C07}"/>
              </a:ext>
            </a:extLst>
          </p:cNvPr>
          <p:cNvCxnSpPr>
            <a:cxnSpLocks/>
            <a:stCxn id="17" idx="1"/>
            <a:endCxn id="19" idx="3"/>
          </p:cNvCxnSpPr>
          <p:nvPr/>
        </p:nvCxnSpPr>
        <p:spPr>
          <a:xfrm rot="10800000" flipV="1">
            <a:off x="2804610" y="3149103"/>
            <a:ext cx="755624" cy="5378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540570CB-6668-CCCB-5548-D3035B884D5C}"/>
              </a:ext>
            </a:extLst>
          </p:cNvPr>
          <p:cNvCxnSpPr>
            <a:cxnSpLocks/>
            <a:stCxn id="17" idx="1"/>
            <a:endCxn id="20" idx="3"/>
          </p:cNvCxnSpPr>
          <p:nvPr/>
        </p:nvCxnSpPr>
        <p:spPr>
          <a:xfrm rot="10800000" flipV="1">
            <a:off x="2810054" y="3149103"/>
            <a:ext cx="750180" cy="16888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D2D53E1-3094-259F-1573-D87EDD257B92}"/>
              </a:ext>
            </a:extLst>
          </p:cNvPr>
          <p:cNvCxnSpPr>
            <a:cxnSpLocks/>
            <a:stCxn id="9" idx="1"/>
            <a:endCxn id="16" idx="3"/>
          </p:cNvCxnSpPr>
          <p:nvPr/>
        </p:nvCxnSpPr>
        <p:spPr>
          <a:xfrm flipH="1">
            <a:off x="4998704" y="4804295"/>
            <a:ext cx="319747" cy="5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174B1FB-6B81-43EA-FA1A-0276F560A3F5}"/>
              </a:ext>
            </a:extLst>
          </p:cNvPr>
          <p:cNvCxnSpPr>
            <a:stCxn id="9" idx="2"/>
            <a:endCxn id="7" idx="0"/>
          </p:cNvCxnSpPr>
          <p:nvPr/>
        </p:nvCxnSpPr>
        <p:spPr>
          <a:xfrm rot="5400000">
            <a:off x="3906113" y="3582246"/>
            <a:ext cx="554808" cy="37083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913DD0C-BB4B-9883-69E0-C69EFF109288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4840923" y="4517056"/>
            <a:ext cx="554808" cy="18387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034B67A-E211-3F81-CCD5-C18F57C591F4}"/>
              </a:ext>
            </a:extLst>
          </p:cNvPr>
          <p:cNvCxnSpPr>
            <a:cxnSpLocks/>
            <a:endCxn id="13" idx="0"/>
          </p:cNvCxnSpPr>
          <p:nvPr/>
        </p:nvCxnSpPr>
        <p:spPr>
          <a:xfrm rot="16200000" flipH="1">
            <a:off x="5701087" y="5374311"/>
            <a:ext cx="676106" cy="29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B58B1B8D-7B4C-5A8D-0139-9372D0685D85}"/>
              </a:ext>
            </a:extLst>
          </p:cNvPr>
          <p:cNvCxnSpPr>
            <a:cxnSpLocks/>
            <a:stCxn id="5" idx="0"/>
            <a:endCxn id="21" idx="2"/>
          </p:cNvCxnSpPr>
          <p:nvPr/>
        </p:nvCxnSpPr>
        <p:spPr>
          <a:xfrm rot="16200000" flipV="1">
            <a:off x="7523001" y="1577794"/>
            <a:ext cx="578063" cy="6251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C0BBEA7C-3B34-E2E8-E39D-894560DA95AA}"/>
              </a:ext>
            </a:extLst>
          </p:cNvPr>
          <p:cNvCxnSpPr>
            <a:cxnSpLocks/>
            <a:stCxn id="5" idx="0"/>
            <a:endCxn id="22" idx="2"/>
          </p:cNvCxnSpPr>
          <p:nvPr/>
        </p:nvCxnSpPr>
        <p:spPr>
          <a:xfrm rot="5400000" flipH="1" flipV="1">
            <a:off x="8204911" y="1520985"/>
            <a:ext cx="578064" cy="7387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0E9BF367-AF35-14E2-00C3-E0F5E9048B26}"/>
              </a:ext>
            </a:extLst>
          </p:cNvPr>
          <p:cNvCxnSpPr>
            <a:cxnSpLocks/>
            <a:stCxn id="4" idx="0"/>
            <a:endCxn id="23" idx="2"/>
          </p:cNvCxnSpPr>
          <p:nvPr/>
        </p:nvCxnSpPr>
        <p:spPr>
          <a:xfrm rot="16200000" flipV="1">
            <a:off x="4373313" y="1514281"/>
            <a:ext cx="597483" cy="7382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1359E429-EA78-9F38-74D0-3595A8B582FE}"/>
              </a:ext>
            </a:extLst>
          </p:cNvPr>
          <p:cNvCxnSpPr>
            <a:cxnSpLocks/>
            <a:stCxn id="4" idx="0"/>
            <a:endCxn id="24" idx="2"/>
          </p:cNvCxnSpPr>
          <p:nvPr/>
        </p:nvCxnSpPr>
        <p:spPr>
          <a:xfrm rot="5400000" flipH="1" flipV="1">
            <a:off x="5141316" y="1482503"/>
            <a:ext cx="599485" cy="7997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79C7B9A9-E602-6F6E-AA20-1DA628ECD828}"/>
              </a:ext>
            </a:extLst>
          </p:cNvPr>
          <p:cNvCxnSpPr>
            <a:cxnSpLocks/>
            <a:stCxn id="14" idx="0"/>
            <a:endCxn id="12" idx="2"/>
          </p:cNvCxnSpPr>
          <p:nvPr/>
        </p:nvCxnSpPr>
        <p:spPr>
          <a:xfrm rot="5400000" flipH="1" flipV="1">
            <a:off x="7715825" y="5179999"/>
            <a:ext cx="524877" cy="5054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71318F95-C3D2-736E-DC7D-C18EA7234D0E}"/>
              </a:ext>
            </a:extLst>
          </p:cNvPr>
          <p:cNvCxnSpPr>
            <a:cxnSpLocks/>
            <a:stCxn id="15" idx="0"/>
            <a:endCxn id="12" idx="2"/>
          </p:cNvCxnSpPr>
          <p:nvPr/>
        </p:nvCxnSpPr>
        <p:spPr>
          <a:xfrm rot="16200000" flipV="1">
            <a:off x="8471471" y="4929807"/>
            <a:ext cx="524877" cy="10058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82F959C9-F110-FAE3-EA57-1516360D0A22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rot="16200000" flipV="1">
            <a:off x="9280945" y="4120333"/>
            <a:ext cx="544441" cy="264434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70ABABC2-DCEA-9CB7-55F7-B31792869935}"/>
              </a:ext>
            </a:extLst>
          </p:cNvPr>
          <p:cNvSpPr/>
          <p:nvPr/>
        </p:nvSpPr>
        <p:spPr>
          <a:xfrm>
            <a:off x="8024914" y="3542976"/>
            <a:ext cx="1458099" cy="70943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Payment API</a:t>
            </a:r>
            <a:endParaRPr lang="en-IL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3FCF046-3E9B-A7E9-AF37-781698807E0B}"/>
              </a:ext>
            </a:extLst>
          </p:cNvPr>
          <p:cNvSpPr/>
          <p:nvPr/>
        </p:nvSpPr>
        <p:spPr>
          <a:xfrm>
            <a:off x="10213139" y="2179376"/>
            <a:ext cx="1351384" cy="737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Paypal</a:t>
            </a:r>
            <a:endParaRPr lang="en-IL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B5397AC-B2BC-2CC4-A725-F00C8482102A}"/>
              </a:ext>
            </a:extLst>
          </p:cNvPr>
          <p:cNvSpPr/>
          <p:nvPr/>
        </p:nvSpPr>
        <p:spPr>
          <a:xfrm>
            <a:off x="10205201" y="3350611"/>
            <a:ext cx="1351384" cy="737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Credit Cards</a:t>
            </a:r>
            <a:endParaRPr lang="en-IL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68D4ADD-0829-F84D-25F0-D6BD4DA74E48}"/>
              </a:ext>
            </a:extLst>
          </p:cNvPr>
          <p:cNvSpPr/>
          <p:nvPr/>
        </p:nvSpPr>
        <p:spPr>
          <a:xfrm>
            <a:off x="10205201" y="4458396"/>
            <a:ext cx="1351384" cy="7371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Google/Apple Pay</a:t>
            </a:r>
            <a:endParaRPr lang="en-IL" dirty="0"/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74122DDB-C6A6-EC71-9DCF-CDA258CE963C}"/>
              </a:ext>
            </a:extLst>
          </p:cNvPr>
          <p:cNvCxnSpPr>
            <a:cxnSpLocks/>
            <a:stCxn id="91" idx="1"/>
            <a:endCxn id="87" idx="3"/>
          </p:cNvCxnSpPr>
          <p:nvPr/>
        </p:nvCxnSpPr>
        <p:spPr>
          <a:xfrm rot="10800000" flipV="1">
            <a:off x="9483013" y="2547935"/>
            <a:ext cx="730126" cy="13497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BA3A368C-9F34-4E29-CBEA-163A210A6834}"/>
              </a:ext>
            </a:extLst>
          </p:cNvPr>
          <p:cNvCxnSpPr>
            <a:stCxn id="92" idx="1"/>
            <a:endCxn id="87" idx="3"/>
          </p:cNvCxnSpPr>
          <p:nvPr/>
        </p:nvCxnSpPr>
        <p:spPr>
          <a:xfrm rot="10800000" flipV="1">
            <a:off x="9483013" y="3719169"/>
            <a:ext cx="722188" cy="1785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9BFF369B-02B7-0059-41AC-AC64575E276A}"/>
              </a:ext>
            </a:extLst>
          </p:cNvPr>
          <p:cNvCxnSpPr>
            <a:stCxn id="93" idx="1"/>
            <a:endCxn id="87" idx="3"/>
          </p:cNvCxnSpPr>
          <p:nvPr/>
        </p:nvCxnSpPr>
        <p:spPr>
          <a:xfrm rot="10800000">
            <a:off x="9483013" y="3897693"/>
            <a:ext cx="722188" cy="9292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BBE6251-FBDF-6FCC-7CFA-DBE3A3BB6D9B}"/>
              </a:ext>
            </a:extLst>
          </p:cNvPr>
          <p:cNvSpPr txBox="1"/>
          <p:nvPr/>
        </p:nvSpPr>
        <p:spPr>
          <a:xfrm>
            <a:off x="933201" y="2448160"/>
            <a:ext cx="400110" cy="24266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b="1" dirty="0"/>
              <a:t>Publishing* Platforms</a:t>
            </a:r>
            <a:endParaRPr lang="en-IL" b="1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95859A4-52D5-F213-053B-6CB2212A019A}"/>
              </a:ext>
            </a:extLst>
          </p:cNvPr>
          <p:cNvSpPr txBox="1"/>
          <p:nvPr/>
        </p:nvSpPr>
        <p:spPr>
          <a:xfrm>
            <a:off x="3215014" y="6500237"/>
            <a:ext cx="2128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Model API Providers</a:t>
            </a:r>
            <a:endParaRPr lang="en-IL" b="1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08F8522-FE8A-E74C-ED07-3E7B92585112}"/>
              </a:ext>
            </a:extLst>
          </p:cNvPr>
          <p:cNvSpPr txBox="1"/>
          <p:nvPr/>
        </p:nvSpPr>
        <p:spPr>
          <a:xfrm>
            <a:off x="7935674" y="6491889"/>
            <a:ext cx="30542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Source Content API Providers</a:t>
            </a:r>
            <a:endParaRPr lang="en-IL" b="1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B02FE82-2429-1D5F-3F9D-5DD91095841B}"/>
              </a:ext>
            </a:extLst>
          </p:cNvPr>
          <p:cNvSpPr txBox="1"/>
          <p:nvPr/>
        </p:nvSpPr>
        <p:spPr>
          <a:xfrm>
            <a:off x="11663300" y="2805567"/>
            <a:ext cx="400110" cy="191456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b="1" dirty="0"/>
              <a:t>Payments* Platforms</a:t>
            </a:r>
            <a:endParaRPr lang="en-IL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98739EA-5AEA-28C4-49AD-B41124A4A2BC}"/>
              </a:ext>
            </a:extLst>
          </p:cNvPr>
          <p:cNvSpPr txBox="1"/>
          <p:nvPr/>
        </p:nvSpPr>
        <p:spPr>
          <a:xfrm>
            <a:off x="5233834" y="723796"/>
            <a:ext cx="2997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Browsers and client apps</a:t>
            </a:r>
            <a:endParaRPr lang="en-IL" b="1" dirty="0"/>
          </a:p>
        </p:txBody>
      </p: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5D8FEC76-2711-7207-F42D-CFDBBD20084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6522100" y="2448160"/>
            <a:ext cx="244052" cy="3560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659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A6CD-DFD1-F1AF-34EE-120527A3C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Provisioning Service/API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95C0AEE-7A71-A4D4-38AB-9199DE8C7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013479"/>
              </p:ext>
            </p:extLst>
          </p:nvPr>
        </p:nvGraphicFramePr>
        <p:xfrm>
          <a:off x="755780" y="1820679"/>
          <a:ext cx="10199034" cy="302768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569167">
                  <a:extLst>
                    <a:ext uri="{9D8B030D-6E8A-4147-A177-3AD203B41FA5}">
                      <a16:colId xmlns:a16="http://schemas.microsoft.com/office/drawing/2014/main" val="2173850181"/>
                    </a:ext>
                  </a:extLst>
                </a:gridCol>
                <a:gridCol w="1660849">
                  <a:extLst>
                    <a:ext uri="{9D8B030D-6E8A-4147-A177-3AD203B41FA5}">
                      <a16:colId xmlns:a16="http://schemas.microsoft.com/office/drawing/2014/main" val="1847169752"/>
                    </a:ext>
                  </a:extLst>
                </a:gridCol>
                <a:gridCol w="2099388">
                  <a:extLst>
                    <a:ext uri="{9D8B030D-6E8A-4147-A177-3AD203B41FA5}">
                      <a16:colId xmlns:a16="http://schemas.microsoft.com/office/drawing/2014/main" val="4035018551"/>
                    </a:ext>
                  </a:extLst>
                </a:gridCol>
                <a:gridCol w="3542497">
                  <a:extLst>
                    <a:ext uri="{9D8B030D-6E8A-4147-A177-3AD203B41FA5}">
                      <a16:colId xmlns:a16="http://schemas.microsoft.com/office/drawing/2014/main" val="2804650928"/>
                    </a:ext>
                  </a:extLst>
                </a:gridCol>
                <a:gridCol w="2327133">
                  <a:extLst>
                    <a:ext uri="{9D8B030D-6E8A-4147-A177-3AD203B41FA5}">
                      <a16:colId xmlns:a16="http://schemas.microsoft.com/office/drawing/2014/main" val="4060442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Parameters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Effect/Return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83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Type: Transform/Feed</a:t>
                      </a:r>
                    </a:p>
                    <a:p>
                      <a:r>
                        <a:rPr lang="en-US" dirty="0"/>
                        <a:t>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object record from DB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426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object from DB</a:t>
                      </a:r>
                    </a:p>
                    <a:p>
                      <a:r>
                        <a:rPr lang="en-US" dirty="0"/>
                        <a:t>Check dependencies</a:t>
                      </a:r>
                    </a:p>
                    <a:p>
                      <a:r>
                        <a:rPr lang="en-US" dirty="0"/>
                        <a:t>Return status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722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CreateOrUpdate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 (if update), JSON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Reconfigure or create new object</a:t>
                      </a:r>
                    </a:p>
                    <a:p>
                      <a:r>
                        <a:rPr lang="en-US" dirty="0"/>
                        <a:t>Return  object 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149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Enumerate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Filter Spec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Fetch list of object </a:t>
                      </a:r>
                    </a:p>
                    <a:p>
                      <a:r>
                        <a:rPr lang="en-US" dirty="0"/>
                        <a:t>Type/User/Tags filter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55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943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0050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A0281-BD6F-4F9F-F5C8-519456A1E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Content API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221BCE5-D0ED-659E-D879-6934818A9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085325"/>
              </p:ext>
            </p:extLst>
          </p:nvPr>
        </p:nvGraphicFramePr>
        <p:xfrm>
          <a:off x="1052286" y="1945640"/>
          <a:ext cx="10301513" cy="370332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664867">
                  <a:extLst>
                    <a:ext uri="{9D8B030D-6E8A-4147-A177-3AD203B41FA5}">
                      <a16:colId xmlns:a16="http://schemas.microsoft.com/office/drawing/2014/main" val="4215532149"/>
                    </a:ext>
                  </a:extLst>
                </a:gridCol>
                <a:gridCol w="2246887">
                  <a:extLst>
                    <a:ext uri="{9D8B030D-6E8A-4147-A177-3AD203B41FA5}">
                      <a16:colId xmlns:a16="http://schemas.microsoft.com/office/drawing/2014/main" val="667797554"/>
                    </a:ext>
                  </a:extLst>
                </a:gridCol>
                <a:gridCol w="2187757">
                  <a:extLst>
                    <a:ext uri="{9D8B030D-6E8A-4147-A177-3AD203B41FA5}">
                      <a16:colId xmlns:a16="http://schemas.microsoft.com/office/drawing/2014/main" val="2828799896"/>
                    </a:ext>
                  </a:extLst>
                </a:gridCol>
                <a:gridCol w="3141699">
                  <a:extLst>
                    <a:ext uri="{9D8B030D-6E8A-4147-A177-3AD203B41FA5}">
                      <a16:colId xmlns:a16="http://schemas.microsoft.com/office/drawing/2014/main" val="325807323"/>
                    </a:ext>
                  </a:extLst>
                </a:gridCol>
                <a:gridCol w="2060303">
                  <a:extLst>
                    <a:ext uri="{9D8B030D-6E8A-4147-A177-3AD203B41FA5}">
                      <a16:colId xmlns:a16="http://schemas.microsoft.com/office/drawing/2014/main" val="388021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Result/Effect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45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 ID</a:t>
                      </a:r>
                    </a:p>
                    <a:p>
                      <a:r>
                        <a:rPr lang="en-US" dirty="0"/>
                        <a:t>Flags: load media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 document content with or without media substitution 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819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Enumerate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Enumerate by filter  </a:t>
                      </a:r>
                    </a:p>
                    <a:p>
                      <a:r>
                        <a:rPr lang="en-US" dirty="0"/>
                        <a:t>Feed/user/dates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list of document IDs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579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 JSON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DB and media store objects</a:t>
                      </a:r>
                    </a:p>
                    <a:p>
                      <a:r>
                        <a:rPr lang="en-US" dirty="0"/>
                        <a:t>Return new document 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113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SaveMedia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Media File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to media Store</a:t>
                      </a:r>
                    </a:p>
                    <a:p>
                      <a:r>
                        <a:rPr lang="en-US" dirty="0"/>
                        <a:t>Return media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345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ReadMedia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Media 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Media file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436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GetSamples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Feed 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sample docs ids for </a:t>
                      </a:r>
                      <a:r>
                        <a:rPr lang="en-US" dirty="0" err="1"/>
                        <a:t>FeedId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720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SetSamples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Feed 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Update/Randomly selected samples for the Feed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56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7028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1D97D-87AA-BA4F-0A76-48C5A813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Generation API 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07F9B7-01E2-6968-83C9-2EFCC0A2A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27544"/>
              </p:ext>
            </p:extLst>
          </p:nvPr>
        </p:nvGraphicFramePr>
        <p:xfrm>
          <a:off x="838200" y="2287209"/>
          <a:ext cx="10816255" cy="177800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487265">
                  <a:extLst>
                    <a:ext uri="{9D8B030D-6E8A-4147-A177-3AD203B41FA5}">
                      <a16:colId xmlns:a16="http://schemas.microsoft.com/office/drawing/2014/main" val="3934991863"/>
                    </a:ext>
                  </a:extLst>
                </a:gridCol>
                <a:gridCol w="1511559">
                  <a:extLst>
                    <a:ext uri="{9D8B030D-6E8A-4147-A177-3AD203B41FA5}">
                      <a16:colId xmlns:a16="http://schemas.microsoft.com/office/drawing/2014/main" val="2085780924"/>
                    </a:ext>
                  </a:extLst>
                </a:gridCol>
                <a:gridCol w="2360645">
                  <a:extLst>
                    <a:ext uri="{9D8B030D-6E8A-4147-A177-3AD203B41FA5}">
                      <a16:colId xmlns:a16="http://schemas.microsoft.com/office/drawing/2014/main" val="3412978108"/>
                    </a:ext>
                  </a:extLst>
                </a:gridCol>
                <a:gridCol w="4293535">
                  <a:extLst>
                    <a:ext uri="{9D8B030D-6E8A-4147-A177-3AD203B41FA5}">
                      <a16:colId xmlns:a16="http://schemas.microsoft.com/office/drawing/2014/main" val="1410534002"/>
                    </a:ext>
                  </a:extLst>
                </a:gridCol>
                <a:gridCol w="2163251">
                  <a:extLst>
                    <a:ext uri="{9D8B030D-6E8A-4147-A177-3AD203B41FA5}">
                      <a16:colId xmlns:a16="http://schemas.microsoft.com/office/drawing/2014/main" val="616508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Parameters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Return/Effects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769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UpdateFeed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User, Feed, 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task for generating feed document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4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TransformFeed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User, Feed, Counter, Trigger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task for transforming feed document that are already prepared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722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TransformDoc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User, Document, Trigger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task for transforming documents that are already prepared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69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65030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FFC3-C22A-EF7E-E68D-5630F0298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Wallet API 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391B8F2-C742-0375-7981-E02DA1E62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29897"/>
              </p:ext>
            </p:extLst>
          </p:nvPr>
        </p:nvGraphicFramePr>
        <p:xfrm>
          <a:off x="1248228" y="2044613"/>
          <a:ext cx="8128000" cy="259588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384629">
                  <a:extLst>
                    <a:ext uri="{9D8B030D-6E8A-4147-A177-3AD203B41FA5}">
                      <a16:colId xmlns:a16="http://schemas.microsoft.com/office/drawing/2014/main" val="1462966211"/>
                    </a:ext>
                  </a:extLst>
                </a:gridCol>
                <a:gridCol w="2052735">
                  <a:extLst>
                    <a:ext uri="{9D8B030D-6E8A-4147-A177-3AD203B41FA5}">
                      <a16:colId xmlns:a16="http://schemas.microsoft.com/office/drawing/2014/main" val="724408552"/>
                    </a:ext>
                  </a:extLst>
                </a:gridCol>
                <a:gridCol w="2146041">
                  <a:extLst>
                    <a:ext uri="{9D8B030D-6E8A-4147-A177-3AD203B41FA5}">
                      <a16:colId xmlns:a16="http://schemas.microsoft.com/office/drawing/2014/main" val="2809930391"/>
                    </a:ext>
                  </a:extLst>
                </a:gridCol>
                <a:gridCol w="1918995">
                  <a:extLst>
                    <a:ext uri="{9D8B030D-6E8A-4147-A177-3AD203B41FA5}">
                      <a16:colId xmlns:a16="http://schemas.microsoft.com/office/drawing/2014/main" val="16393886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04290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82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Deposit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User, amount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Amount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054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Query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Amount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03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Deduce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User, amount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852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. amount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amount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468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Commit 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User . Amount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Commit from blocked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384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Release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User . amount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Release from blocked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882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7971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A19C0-FA46-5750-2E77-A4CC9589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Transaction API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690F552-A549-E1C2-4FA3-712F2A3F7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556257"/>
              </p:ext>
            </p:extLst>
          </p:nvPr>
        </p:nvGraphicFramePr>
        <p:xfrm>
          <a:off x="1210906" y="1774025"/>
          <a:ext cx="8128000" cy="221488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645886">
                  <a:extLst>
                    <a:ext uri="{9D8B030D-6E8A-4147-A177-3AD203B41FA5}">
                      <a16:colId xmlns:a16="http://schemas.microsoft.com/office/drawing/2014/main" val="3359620302"/>
                    </a:ext>
                  </a:extLst>
                </a:gridCol>
                <a:gridCol w="1642188">
                  <a:extLst>
                    <a:ext uri="{9D8B030D-6E8A-4147-A177-3AD203B41FA5}">
                      <a16:colId xmlns:a16="http://schemas.microsoft.com/office/drawing/2014/main" val="1024670743"/>
                    </a:ext>
                  </a:extLst>
                </a:gridCol>
                <a:gridCol w="1511559">
                  <a:extLst>
                    <a:ext uri="{9D8B030D-6E8A-4147-A177-3AD203B41FA5}">
                      <a16:colId xmlns:a16="http://schemas.microsoft.com/office/drawing/2014/main" val="3006761390"/>
                    </a:ext>
                  </a:extLst>
                </a:gridCol>
                <a:gridCol w="2702767">
                  <a:extLst>
                    <a:ext uri="{9D8B030D-6E8A-4147-A177-3AD203B41FA5}">
                      <a16:colId xmlns:a16="http://schemas.microsoft.com/office/drawing/2014/main" val="36175238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01942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Result/Effect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816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Transaction JSON with all objects and fields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Parse transaction and write to the transaction table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816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Transaction_id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Transaction Record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35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Analytics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 Query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Dataframe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669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6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850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14FE-9561-A367-720C-EE0188BB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Model API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3CFCF73-737A-D835-356C-88B2501E9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667014"/>
              </p:ext>
            </p:extLst>
          </p:nvPr>
        </p:nvGraphicFramePr>
        <p:xfrm>
          <a:off x="1761411" y="2091265"/>
          <a:ext cx="8128000" cy="184404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552581">
                  <a:extLst>
                    <a:ext uri="{9D8B030D-6E8A-4147-A177-3AD203B41FA5}">
                      <a16:colId xmlns:a16="http://schemas.microsoft.com/office/drawing/2014/main" val="1375798128"/>
                    </a:ext>
                  </a:extLst>
                </a:gridCol>
                <a:gridCol w="1604865">
                  <a:extLst>
                    <a:ext uri="{9D8B030D-6E8A-4147-A177-3AD203B41FA5}">
                      <a16:colId xmlns:a16="http://schemas.microsoft.com/office/drawing/2014/main" val="4292601943"/>
                    </a:ext>
                  </a:extLst>
                </a:gridCol>
                <a:gridCol w="1847461">
                  <a:extLst>
                    <a:ext uri="{9D8B030D-6E8A-4147-A177-3AD203B41FA5}">
                      <a16:colId xmlns:a16="http://schemas.microsoft.com/office/drawing/2014/main" val="3761435960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481932414"/>
                    </a:ext>
                  </a:extLst>
                </a:gridCol>
                <a:gridCol w="2033036">
                  <a:extLst>
                    <a:ext uri="{9D8B030D-6E8A-4147-A177-3AD203B41FA5}">
                      <a16:colId xmlns:a16="http://schemas.microsoft.com/office/drawing/2014/main" val="3654749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Output/Effect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96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name/provider</a:t>
                      </a:r>
                    </a:p>
                    <a:p>
                      <a:r>
                        <a:rPr lang="en-US" dirty="0"/>
                        <a:t>ISON parameters</a:t>
                      </a:r>
                    </a:p>
                    <a:p>
                      <a:r>
                        <a:rPr lang="en-US" dirty="0"/>
                        <a:t>Input doc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Document model-specific fields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8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RegisterModel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378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Enumerate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296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6710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F6631-3546-67B3-F684-B776545E1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7.Publishing API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72AEA8A-D61D-F72D-AF4D-911C38DC3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077296"/>
              </p:ext>
            </p:extLst>
          </p:nvPr>
        </p:nvGraphicFramePr>
        <p:xfrm>
          <a:off x="1500154" y="2501812"/>
          <a:ext cx="8128000" cy="156464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552581">
                  <a:extLst>
                    <a:ext uri="{9D8B030D-6E8A-4147-A177-3AD203B41FA5}">
                      <a16:colId xmlns:a16="http://schemas.microsoft.com/office/drawing/2014/main" val="1375798128"/>
                    </a:ext>
                  </a:extLst>
                </a:gridCol>
                <a:gridCol w="1604865">
                  <a:extLst>
                    <a:ext uri="{9D8B030D-6E8A-4147-A177-3AD203B41FA5}">
                      <a16:colId xmlns:a16="http://schemas.microsoft.com/office/drawing/2014/main" val="4292601943"/>
                    </a:ext>
                  </a:extLst>
                </a:gridCol>
                <a:gridCol w="1847461">
                  <a:extLst>
                    <a:ext uri="{9D8B030D-6E8A-4147-A177-3AD203B41FA5}">
                      <a16:colId xmlns:a16="http://schemas.microsoft.com/office/drawing/2014/main" val="3761435960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481932414"/>
                    </a:ext>
                  </a:extLst>
                </a:gridCol>
                <a:gridCol w="2033036">
                  <a:extLst>
                    <a:ext uri="{9D8B030D-6E8A-4147-A177-3AD203B41FA5}">
                      <a16:colId xmlns:a16="http://schemas.microsoft.com/office/drawing/2014/main" val="3654749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Output/Effect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96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Publish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</a:t>
                      </a:r>
                    </a:p>
                    <a:p>
                      <a:r>
                        <a:rPr lang="en-US" dirty="0"/>
                        <a:t>Platform name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Status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8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Enumerate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378857"/>
                  </a:ext>
                </a:extLst>
              </a:tr>
              <a:tr h="278503"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RegisterPlatform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296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7834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EEC4-A934-77DA-B197-BAA702280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User API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CB3BD82-E65C-F7A9-C48E-B291E4DD4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253103"/>
              </p:ext>
            </p:extLst>
          </p:nvPr>
        </p:nvGraphicFramePr>
        <p:xfrm>
          <a:off x="1154922" y="2492481"/>
          <a:ext cx="8128000" cy="172212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552581">
                  <a:extLst>
                    <a:ext uri="{9D8B030D-6E8A-4147-A177-3AD203B41FA5}">
                      <a16:colId xmlns:a16="http://schemas.microsoft.com/office/drawing/2014/main" val="1375798128"/>
                    </a:ext>
                  </a:extLst>
                </a:gridCol>
                <a:gridCol w="1604865">
                  <a:extLst>
                    <a:ext uri="{9D8B030D-6E8A-4147-A177-3AD203B41FA5}">
                      <a16:colId xmlns:a16="http://schemas.microsoft.com/office/drawing/2014/main" val="4292601943"/>
                    </a:ext>
                  </a:extLst>
                </a:gridCol>
                <a:gridCol w="1847461">
                  <a:extLst>
                    <a:ext uri="{9D8B030D-6E8A-4147-A177-3AD203B41FA5}">
                      <a16:colId xmlns:a16="http://schemas.microsoft.com/office/drawing/2014/main" val="3761435960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481932414"/>
                    </a:ext>
                  </a:extLst>
                </a:gridCol>
                <a:gridCol w="2033036">
                  <a:extLst>
                    <a:ext uri="{9D8B030D-6E8A-4147-A177-3AD203B41FA5}">
                      <a16:colId xmlns:a16="http://schemas.microsoft.com/office/drawing/2014/main" val="3654749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Output/Effect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96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Create/Edit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details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/>
                        <a:t>User_id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8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Get/Set User Feeds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User_id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</a:t>
                      </a:r>
                      <a:r>
                        <a:rPr lang="en-US" dirty="0" err="1"/>
                        <a:t>feeds_id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378857"/>
                  </a:ext>
                </a:extLst>
              </a:tr>
              <a:tr h="27850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Get/Set User Caps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User_id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INT, num daily tokens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296151"/>
                  </a:ext>
                </a:extLst>
              </a:tr>
              <a:tr h="27850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 User RSS links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User_id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URL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865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46787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BC54C-8502-CAF9-1179-58439A9D8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Payment API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CE84F-B56C-5AF8-0588-1F839049E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used in MVP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960089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6DE53-DC4B-2987-9DBD-EF5AE89BE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Source API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78AF981-A097-C8C4-431E-CCD971F07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6227"/>
              </p:ext>
            </p:extLst>
          </p:nvPr>
        </p:nvGraphicFramePr>
        <p:xfrm>
          <a:off x="1154922" y="2492481"/>
          <a:ext cx="8128000" cy="177800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552581">
                  <a:extLst>
                    <a:ext uri="{9D8B030D-6E8A-4147-A177-3AD203B41FA5}">
                      <a16:colId xmlns:a16="http://schemas.microsoft.com/office/drawing/2014/main" val="1375798128"/>
                    </a:ext>
                  </a:extLst>
                </a:gridCol>
                <a:gridCol w="1604865">
                  <a:extLst>
                    <a:ext uri="{9D8B030D-6E8A-4147-A177-3AD203B41FA5}">
                      <a16:colId xmlns:a16="http://schemas.microsoft.com/office/drawing/2014/main" val="4292601943"/>
                    </a:ext>
                  </a:extLst>
                </a:gridCol>
                <a:gridCol w="1847461">
                  <a:extLst>
                    <a:ext uri="{9D8B030D-6E8A-4147-A177-3AD203B41FA5}">
                      <a16:colId xmlns:a16="http://schemas.microsoft.com/office/drawing/2014/main" val="3761435960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481932414"/>
                    </a:ext>
                  </a:extLst>
                </a:gridCol>
                <a:gridCol w="2033036">
                  <a:extLst>
                    <a:ext uri="{9D8B030D-6E8A-4147-A177-3AD203B41FA5}">
                      <a16:colId xmlns:a16="http://schemas.microsoft.com/office/drawing/2014/main" val="3654749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Output/Effect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96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Fetch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provider</a:t>
                      </a:r>
                    </a:p>
                    <a:p>
                      <a:r>
                        <a:rPr lang="en-US" dirty="0"/>
                        <a:t>Config JSON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New Documents in TB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Return num of fetched documents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8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Enumerate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378857"/>
                  </a:ext>
                </a:extLst>
              </a:tr>
              <a:tr h="27850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Register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296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0088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BD7561-16F0-2684-DADD-D5F483B02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Generation Flow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971009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8C9362-93F5-E787-7243-B866B02B7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and triggers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CCFD44-6035-55A6-C1CE-3862D6EF3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Transform vs. Update Tasks</a:t>
            </a:r>
          </a:p>
          <a:p>
            <a:pPr lvl="1"/>
            <a:r>
              <a:rPr lang="en-US" dirty="0"/>
              <a:t>Transform tasks generate content from feed or documents already available in the database</a:t>
            </a:r>
          </a:p>
          <a:p>
            <a:pPr lvl="1"/>
            <a:r>
              <a:rPr lang="en-US" dirty="0"/>
              <a:t>Update tasks generate content by first updating the source feed</a:t>
            </a:r>
          </a:p>
          <a:p>
            <a:pPr lvl="1"/>
            <a:endParaRPr lang="en-US" dirty="0"/>
          </a:p>
          <a:p>
            <a:r>
              <a:rPr lang="en-US" dirty="0"/>
              <a:t>Composite vs. Atomic Tasks</a:t>
            </a:r>
          </a:p>
          <a:p>
            <a:pPr lvl="1"/>
            <a:r>
              <a:rPr lang="en-US" dirty="0"/>
              <a:t>Atomic tasks include application of a single model to a single document</a:t>
            </a:r>
          </a:p>
          <a:p>
            <a:pPr lvl="1"/>
            <a:r>
              <a:rPr lang="en-US" dirty="0"/>
              <a:t>Composite tasks result in child composite or atomic tasks for</a:t>
            </a:r>
          </a:p>
          <a:p>
            <a:pPr lvl="2"/>
            <a:r>
              <a:rPr lang="en-US" dirty="0"/>
              <a:t>Composite or atomic update tasks </a:t>
            </a:r>
          </a:p>
          <a:p>
            <a:pPr lvl="2"/>
            <a:r>
              <a:rPr lang="en-US" dirty="0"/>
              <a:t>Composite or atomic transform tasks</a:t>
            </a:r>
          </a:p>
          <a:p>
            <a:pPr lvl="2"/>
            <a:endParaRPr lang="en-US" dirty="0"/>
          </a:p>
          <a:p>
            <a:r>
              <a:rPr lang="en-US" dirty="0"/>
              <a:t>Task ID and Trigger Task</a:t>
            </a:r>
          </a:p>
          <a:p>
            <a:pPr lvl="1"/>
            <a:r>
              <a:rPr lang="en-US" dirty="0"/>
              <a:t>Each submitted task has a unique Id</a:t>
            </a:r>
          </a:p>
          <a:p>
            <a:pPr lvl="1"/>
            <a:r>
              <a:rPr lang="en-US" dirty="0"/>
              <a:t>Some task can provide a single trigger task Id of a previously submitted task </a:t>
            </a:r>
          </a:p>
          <a:p>
            <a:pPr lvl="1"/>
            <a:r>
              <a:rPr lang="en-US" dirty="0"/>
              <a:t>In this case , the submitted task can start executing only after its trigger task finishes   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004135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4E6B-6102-7E00-F813-A88E2BC9B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Queue operation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D92E8-A9BB-807D-59B8-1BCEAF2C5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0333"/>
            <a:ext cx="10515600" cy="435663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Submit task</a:t>
            </a:r>
          </a:p>
          <a:p>
            <a:pPr lvl="1"/>
            <a:r>
              <a:rPr lang="en-US" dirty="0"/>
              <a:t>Input: Task details including optional trigger task id</a:t>
            </a:r>
          </a:p>
          <a:p>
            <a:pPr lvl="1"/>
            <a:r>
              <a:rPr lang="en-US" dirty="0"/>
              <a:t>Output: Submitted task id</a:t>
            </a:r>
          </a:p>
          <a:p>
            <a:pPr lvl="1"/>
            <a:endParaRPr lang="en-US" dirty="0"/>
          </a:p>
          <a:p>
            <a:r>
              <a:rPr lang="en-US" dirty="0"/>
              <a:t>Pop task</a:t>
            </a:r>
          </a:p>
          <a:p>
            <a:pPr lvl="1"/>
            <a:r>
              <a:rPr lang="en-US" dirty="0"/>
              <a:t>Input: None</a:t>
            </a:r>
          </a:p>
          <a:p>
            <a:pPr lvl="1"/>
            <a:r>
              <a:rPr lang="en-US" dirty="0"/>
              <a:t>Output: FIFO task if ready</a:t>
            </a:r>
          </a:p>
          <a:p>
            <a:pPr lvl="1"/>
            <a:endParaRPr lang="en-US" dirty="0"/>
          </a:p>
          <a:p>
            <a:r>
              <a:rPr lang="en-US" dirty="0"/>
              <a:t>Finish task</a:t>
            </a:r>
          </a:p>
          <a:p>
            <a:pPr lvl="1"/>
            <a:r>
              <a:rPr lang="en-US" dirty="0"/>
              <a:t>Input: task id and return code</a:t>
            </a:r>
          </a:p>
          <a:p>
            <a:pPr lvl="1"/>
            <a:r>
              <a:rPr lang="en-US" dirty="0"/>
              <a:t>Result: pending tasks are filled with return code and released</a:t>
            </a:r>
          </a:p>
          <a:p>
            <a:pPr lvl="1"/>
            <a:endParaRPr lang="en-US" dirty="0"/>
          </a:p>
          <a:p>
            <a:r>
              <a:rPr lang="en-US" dirty="0"/>
              <a:t>Query task</a:t>
            </a:r>
          </a:p>
          <a:p>
            <a:pPr lvl="1"/>
            <a:r>
              <a:rPr lang="en-US" dirty="0"/>
              <a:t>Input: task id</a:t>
            </a:r>
          </a:p>
          <a:p>
            <a:pPr lvl="1"/>
            <a:r>
              <a:rPr lang="en-US" dirty="0"/>
              <a:t>Output: task details and status (pending, finished, queue, running)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457569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3F04F-E0F7-D099-9097-F0116A13E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constraints and conditions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5E706-885D-9BAF-8AD6-46E4CAB16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feed was updated recently (regardless if new documents were generated ), update task finishes with success</a:t>
            </a:r>
          </a:p>
          <a:p>
            <a:endParaRPr lang="en-US" dirty="0"/>
          </a:p>
          <a:p>
            <a:r>
              <a:rPr lang="en-US" dirty="0"/>
              <a:t>If current daily feed counter is greater or equal of the user requested counter, update task finishes with success</a:t>
            </a:r>
          </a:p>
          <a:p>
            <a:endParaRPr lang="en-US" dirty="0"/>
          </a:p>
          <a:p>
            <a:r>
              <a:rPr lang="en-US" dirty="0"/>
              <a:t>If top-level update task can’t block feed cost tokens in user wallet, the update task finishes with failure</a:t>
            </a:r>
          </a:p>
          <a:p>
            <a:endParaRPr lang="en-US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874809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A5474F1-7CE8-92D1-2C1D-2F1E05F5E738}"/>
              </a:ext>
            </a:extLst>
          </p:cNvPr>
          <p:cNvSpPr/>
          <p:nvPr/>
        </p:nvSpPr>
        <p:spPr>
          <a:xfrm>
            <a:off x="6864998" y="4827851"/>
            <a:ext cx="1893727" cy="16102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/>
              <a:t>9.2 Apply Model</a:t>
            </a:r>
            <a:endParaRPr lang="en-IL" sz="10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1F941B7-9DB1-09CB-9C86-3B2B50F78177}"/>
              </a:ext>
            </a:extLst>
          </p:cNvPr>
          <p:cNvSpPr/>
          <p:nvPr/>
        </p:nvSpPr>
        <p:spPr>
          <a:xfrm>
            <a:off x="4877193" y="4827851"/>
            <a:ext cx="1893727" cy="16102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/>
              <a:t>9.1 Apply Chain</a:t>
            </a:r>
            <a:endParaRPr lang="en-IL" sz="10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F7F97DE-94B5-941E-9261-3D8B7AB68213}"/>
              </a:ext>
            </a:extLst>
          </p:cNvPr>
          <p:cNvSpPr/>
          <p:nvPr/>
        </p:nvSpPr>
        <p:spPr>
          <a:xfrm>
            <a:off x="3131204" y="4827851"/>
            <a:ext cx="1464905" cy="16102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/>
              <a:t>8.2 Apply Transform </a:t>
            </a:r>
            <a:endParaRPr lang="en-IL" sz="10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EA42CA3-9998-A610-BC2E-858B6A321C30}"/>
              </a:ext>
            </a:extLst>
          </p:cNvPr>
          <p:cNvSpPr/>
          <p:nvPr/>
        </p:nvSpPr>
        <p:spPr>
          <a:xfrm>
            <a:off x="1553554" y="4827851"/>
            <a:ext cx="1464905" cy="16102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/>
              <a:t>8.1 Apply params</a:t>
            </a:r>
            <a:endParaRPr lang="en-IL" sz="1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397C66-C0EB-8B8B-D42C-69965926A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77" y="19544"/>
            <a:ext cx="10515600" cy="53234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Generation Loop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4B0805-2870-E0DE-2696-1830026C1F1A}"/>
              </a:ext>
            </a:extLst>
          </p:cNvPr>
          <p:cNvSpPr/>
          <p:nvPr/>
        </p:nvSpPr>
        <p:spPr>
          <a:xfrm>
            <a:off x="283808" y="1931435"/>
            <a:ext cx="1698947" cy="663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3. Generation API</a:t>
            </a:r>
            <a:endParaRPr lang="en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57BBFD-DFFE-75B4-5494-599849D32F1A}"/>
              </a:ext>
            </a:extLst>
          </p:cNvPr>
          <p:cNvSpPr/>
          <p:nvPr/>
        </p:nvSpPr>
        <p:spPr>
          <a:xfrm>
            <a:off x="4236100" y="1954764"/>
            <a:ext cx="2481942" cy="6406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 Task Queue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2293EC-59F9-5A38-2DBF-F9609FEB398F}"/>
              </a:ext>
            </a:extLst>
          </p:cNvPr>
          <p:cNvSpPr/>
          <p:nvPr/>
        </p:nvSpPr>
        <p:spPr>
          <a:xfrm>
            <a:off x="8014997" y="1954763"/>
            <a:ext cx="1707502" cy="6131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5. Daemon</a:t>
            </a:r>
            <a:endParaRPr lang="en-I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8B6F6D-C43E-0F02-3B28-93B7FF34C93B}"/>
              </a:ext>
            </a:extLst>
          </p:cNvPr>
          <p:cNvSpPr/>
          <p:nvPr/>
        </p:nvSpPr>
        <p:spPr>
          <a:xfrm>
            <a:off x="8549165" y="3217959"/>
            <a:ext cx="1632857" cy="4407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10.Atomic Tasks</a:t>
            </a:r>
            <a:endParaRPr lang="en-I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C92788-F2CE-6336-6DAC-080C0F491C8D}"/>
              </a:ext>
            </a:extLst>
          </p:cNvPr>
          <p:cNvSpPr/>
          <p:nvPr/>
        </p:nvSpPr>
        <p:spPr>
          <a:xfrm>
            <a:off x="3872209" y="3205689"/>
            <a:ext cx="1893727" cy="4365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 Composite Tasks</a:t>
            </a:r>
            <a:endParaRPr lang="en-IL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D70CE2-E7C4-3D69-CE6D-B1940D12A605}"/>
              </a:ext>
            </a:extLst>
          </p:cNvPr>
          <p:cNvSpPr/>
          <p:nvPr/>
        </p:nvSpPr>
        <p:spPr>
          <a:xfrm>
            <a:off x="7942678" y="3980610"/>
            <a:ext cx="1549842" cy="4407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10.1 Model API</a:t>
            </a:r>
            <a:endParaRPr lang="en-IL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D7DB33-85E3-0EDA-6F37-FFD10DA74BDD}"/>
              </a:ext>
            </a:extLst>
          </p:cNvPr>
          <p:cNvSpPr/>
          <p:nvPr/>
        </p:nvSpPr>
        <p:spPr>
          <a:xfrm>
            <a:off x="9699156" y="3986145"/>
            <a:ext cx="1632856" cy="4072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10.2 Source  API</a:t>
            </a:r>
            <a:endParaRPr lang="en-IL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8DFF38-8A97-39D1-540A-ED43A24C0C2E}"/>
              </a:ext>
            </a:extLst>
          </p:cNvPr>
          <p:cNvSpPr/>
          <p:nvPr/>
        </p:nvSpPr>
        <p:spPr>
          <a:xfrm>
            <a:off x="1634416" y="5026432"/>
            <a:ext cx="1343608" cy="559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</a:p>
          <a:p>
            <a:pPr algn="ctr"/>
            <a:r>
              <a:rPr lang="en-US" dirty="0"/>
              <a:t>Feed Task</a:t>
            </a:r>
            <a:endParaRPr lang="en-I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A9A6CD-1285-0BCC-F580-BC446A715A28}"/>
              </a:ext>
            </a:extLst>
          </p:cNvPr>
          <p:cNvSpPr/>
          <p:nvPr/>
        </p:nvSpPr>
        <p:spPr>
          <a:xfrm>
            <a:off x="4982548" y="4938092"/>
            <a:ext cx="1343609" cy="559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 </a:t>
            </a:r>
            <a:r>
              <a:rPr lang="en-US" dirty="0" err="1"/>
              <a:t>FeedFeed</a:t>
            </a:r>
            <a:endParaRPr lang="en-IL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110E7A-EF10-DE2C-1FE6-FAB9CC7559A3}"/>
              </a:ext>
            </a:extLst>
          </p:cNvPr>
          <p:cNvSpPr/>
          <p:nvPr/>
        </p:nvSpPr>
        <p:spPr>
          <a:xfrm>
            <a:off x="3186411" y="4891134"/>
            <a:ext cx="1343608" cy="559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</a:p>
          <a:p>
            <a:pPr algn="ctr"/>
            <a:r>
              <a:rPr lang="en-US" dirty="0"/>
              <a:t>Feed Task</a:t>
            </a:r>
            <a:endParaRPr lang="en-IL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E0CA518-7EA4-612F-C947-991ADEFE9DEA}"/>
              </a:ext>
            </a:extLst>
          </p:cNvPr>
          <p:cNvSpPr/>
          <p:nvPr/>
        </p:nvSpPr>
        <p:spPr>
          <a:xfrm>
            <a:off x="3186411" y="5531817"/>
            <a:ext cx="1343609" cy="559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 Feed Task</a:t>
            </a:r>
            <a:endParaRPr lang="en-IL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26C6E7-713C-D3F5-5458-CEEDA32E0DB7}"/>
              </a:ext>
            </a:extLst>
          </p:cNvPr>
          <p:cNvSpPr/>
          <p:nvPr/>
        </p:nvSpPr>
        <p:spPr>
          <a:xfrm>
            <a:off x="2239352" y="4035241"/>
            <a:ext cx="1632857" cy="378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8. Update Tasks</a:t>
            </a:r>
            <a:endParaRPr lang="en-IL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599882-C87C-B60C-102C-1A7FFFCAD7C9}"/>
              </a:ext>
            </a:extLst>
          </p:cNvPr>
          <p:cNvSpPr/>
          <p:nvPr/>
        </p:nvSpPr>
        <p:spPr>
          <a:xfrm>
            <a:off x="5830858" y="3999271"/>
            <a:ext cx="1774368" cy="4144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9.Transform Tasks</a:t>
            </a:r>
            <a:endParaRPr lang="en-IL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358B67B-42B0-50F3-4417-5C5FBF437F8F}"/>
              </a:ext>
            </a:extLst>
          </p:cNvPr>
          <p:cNvSpPr/>
          <p:nvPr/>
        </p:nvSpPr>
        <p:spPr>
          <a:xfrm>
            <a:off x="5150500" y="5251898"/>
            <a:ext cx="1343609" cy="559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 </a:t>
            </a:r>
            <a:r>
              <a:rPr lang="en-US" dirty="0" err="1"/>
              <a:t>FeedFeed</a:t>
            </a:r>
            <a:endParaRPr lang="en-IL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AD67C8A-3C48-F70B-29AC-C8D45F3E8AFF}"/>
              </a:ext>
            </a:extLst>
          </p:cNvPr>
          <p:cNvSpPr/>
          <p:nvPr/>
        </p:nvSpPr>
        <p:spPr>
          <a:xfrm>
            <a:off x="5332447" y="5531817"/>
            <a:ext cx="1343609" cy="559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 Feed Task</a:t>
            </a:r>
            <a:endParaRPr lang="en-IL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181DF26-E959-0EFB-E19B-5475EEE1CFA6}"/>
              </a:ext>
            </a:extLst>
          </p:cNvPr>
          <p:cNvSpPr/>
          <p:nvPr/>
        </p:nvSpPr>
        <p:spPr>
          <a:xfrm>
            <a:off x="6973080" y="4914460"/>
            <a:ext cx="1343609" cy="559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 </a:t>
            </a:r>
            <a:r>
              <a:rPr lang="en-US" dirty="0" err="1"/>
              <a:t>FeedFeed</a:t>
            </a:r>
            <a:endParaRPr lang="en-IL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D816ADC-1DBA-BE6A-5AC1-E6A26F5B4A8B}"/>
              </a:ext>
            </a:extLst>
          </p:cNvPr>
          <p:cNvSpPr/>
          <p:nvPr/>
        </p:nvSpPr>
        <p:spPr>
          <a:xfrm>
            <a:off x="7141032" y="5228266"/>
            <a:ext cx="1343609" cy="559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 </a:t>
            </a:r>
            <a:r>
              <a:rPr lang="en-US" dirty="0" err="1"/>
              <a:t>FeedFeed</a:t>
            </a:r>
            <a:endParaRPr lang="en-IL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0479B0E-7956-724F-ACDC-33D34F901A36}"/>
              </a:ext>
            </a:extLst>
          </p:cNvPr>
          <p:cNvSpPr/>
          <p:nvPr/>
        </p:nvSpPr>
        <p:spPr>
          <a:xfrm>
            <a:off x="7322979" y="5508185"/>
            <a:ext cx="1343609" cy="559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 Doc Task</a:t>
            </a:r>
            <a:endParaRPr lang="en-IL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D73B17F-455C-EC43-800F-3B0C56EA635F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5400000">
            <a:off x="8880643" y="3495658"/>
            <a:ext cx="321909" cy="6479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90E03D4-58B0-7F73-496C-6081CF903826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9776867" y="3247428"/>
            <a:ext cx="327444" cy="11499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0D60F65-FCCD-C9D6-5C2F-E93C2E034466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5400000">
            <a:off x="6525037" y="861977"/>
            <a:ext cx="637749" cy="4049675"/>
          </a:xfrm>
          <a:prstGeom prst="bentConnector3">
            <a:avLst>
              <a:gd name="adj1" fmla="val 719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A11D2D64-8023-EF51-DA50-4386E9838F86}"/>
              </a:ext>
            </a:extLst>
          </p:cNvPr>
          <p:cNvCxnSpPr>
            <a:cxnSpLocks/>
            <a:stCxn id="8" idx="1"/>
            <a:endCxn id="15" idx="0"/>
          </p:cNvCxnSpPr>
          <p:nvPr/>
        </p:nvCxnSpPr>
        <p:spPr>
          <a:xfrm rot="10800000" flipV="1">
            <a:off x="3055781" y="3423969"/>
            <a:ext cx="816428" cy="6112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B64FCC9-4694-6B73-3496-B62871CB4064}"/>
              </a:ext>
            </a:extLst>
          </p:cNvPr>
          <p:cNvCxnSpPr>
            <a:cxnSpLocks/>
            <a:stCxn id="8" idx="3"/>
            <a:endCxn id="16" idx="0"/>
          </p:cNvCxnSpPr>
          <p:nvPr/>
        </p:nvCxnSpPr>
        <p:spPr>
          <a:xfrm>
            <a:off x="5765936" y="3423969"/>
            <a:ext cx="952106" cy="5753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9435457C-D97E-4ABD-9189-97CEDDC125D3}"/>
              </a:ext>
            </a:extLst>
          </p:cNvPr>
          <p:cNvCxnSpPr>
            <a:cxnSpLocks/>
            <a:stCxn id="15" idx="2"/>
            <a:endCxn id="34" idx="0"/>
          </p:cNvCxnSpPr>
          <p:nvPr/>
        </p:nvCxnSpPr>
        <p:spPr>
          <a:xfrm rot="5400000">
            <a:off x="2463837" y="4235906"/>
            <a:ext cx="414115" cy="7697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0D556CCC-2637-A1CF-B594-48616CA75D62}"/>
              </a:ext>
            </a:extLst>
          </p:cNvPr>
          <p:cNvCxnSpPr>
            <a:cxnSpLocks/>
            <a:stCxn id="15" idx="2"/>
            <a:endCxn id="35" idx="0"/>
          </p:cNvCxnSpPr>
          <p:nvPr/>
        </p:nvCxnSpPr>
        <p:spPr>
          <a:xfrm rot="16200000" flipH="1">
            <a:off x="3252662" y="4216855"/>
            <a:ext cx="414115" cy="8078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0A8E7CCA-B321-C21C-16ED-3DFA89C43B0B}"/>
              </a:ext>
            </a:extLst>
          </p:cNvPr>
          <p:cNvCxnSpPr>
            <a:cxnSpLocks/>
            <a:stCxn id="16" idx="2"/>
            <a:endCxn id="36" idx="0"/>
          </p:cNvCxnSpPr>
          <p:nvPr/>
        </p:nvCxnSpPr>
        <p:spPr>
          <a:xfrm rot="5400000">
            <a:off x="6063992" y="4173801"/>
            <a:ext cx="414116" cy="89398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818BDD8D-C117-B803-0A5F-606C9C271B89}"/>
              </a:ext>
            </a:extLst>
          </p:cNvPr>
          <p:cNvCxnSpPr>
            <a:cxnSpLocks/>
            <a:stCxn id="16" idx="2"/>
            <a:endCxn id="37" idx="0"/>
          </p:cNvCxnSpPr>
          <p:nvPr/>
        </p:nvCxnSpPr>
        <p:spPr>
          <a:xfrm rot="16200000" flipH="1">
            <a:off x="7057894" y="4073883"/>
            <a:ext cx="414116" cy="10938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3963589-30D7-14DE-E59E-38A5D9182B1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982755" y="2263413"/>
            <a:ext cx="2253345" cy="11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3504CC0-4494-E10B-44B8-4EB1C71CFA4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6718042" y="2261352"/>
            <a:ext cx="1296955" cy="13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1054FD37-7BC1-F6A5-EA28-C4BAF65D72F7}"/>
              </a:ext>
            </a:extLst>
          </p:cNvPr>
          <p:cNvCxnSpPr>
            <a:cxnSpLocks/>
            <a:stCxn id="34" idx="2"/>
            <a:endCxn id="4" idx="2"/>
          </p:cNvCxnSpPr>
          <p:nvPr/>
        </p:nvCxnSpPr>
        <p:spPr>
          <a:xfrm rot="5400000" flipH="1">
            <a:off x="-211721" y="3940394"/>
            <a:ext cx="3842732" cy="1152725"/>
          </a:xfrm>
          <a:prstGeom prst="bentConnector3">
            <a:avLst>
              <a:gd name="adj1" fmla="val -59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6C30E891-1B7C-3568-380D-32C6F638085E}"/>
              </a:ext>
            </a:extLst>
          </p:cNvPr>
          <p:cNvCxnSpPr>
            <a:cxnSpLocks/>
            <a:stCxn id="35" idx="2"/>
            <a:endCxn id="4" idx="2"/>
          </p:cNvCxnSpPr>
          <p:nvPr/>
        </p:nvCxnSpPr>
        <p:spPr>
          <a:xfrm rot="5400000" flipH="1">
            <a:off x="577104" y="3151569"/>
            <a:ext cx="3842732" cy="2730375"/>
          </a:xfrm>
          <a:prstGeom prst="bentConnector3">
            <a:avLst>
              <a:gd name="adj1" fmla="val -59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D954E6BE-3F09-EFCA-A445-ABF44A69EA12}"/>
              </a:ext>
            </a:extLst>
          </p:cNvPr>
          <p:cNvCxnSpPr>
            <a:cxnSpLocks/>
            <a:stCxn id="36" idx="2"/>
            <a:endCxn id="4" idx="2"/>
          </p:cNvCxnSpPr>
          <p:nvPr/>
        </p:nvCxnSpPr>
        <p:spPr>
          <a:xfrm rot="5400000" flipH="1">
            <a:off x="1557304" y="2171369"/>
            <a:ext cx="3842732" cy="4690775"/>
          </a:xfrm>
          <a:prstGeom prst="bentConnector3">
            <a:avLst>
              <a:gd name="adj1" fmla="val -59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AC2664BA-054C-B950-CB7E-5885F4113D26}"/>
              </a:ext>
            </a:extLst>
          </p:cNvPr>
          <p:cNvCxnSpPr>
            <a:cxnSpLocks/>
            <a:stCxn id="37" idx="2"/>
            <a:endCxn id="4" idx="2"/>
          </p:cNvCxnSpPr>
          <p:nvPr/>
        </p:nvCxnSpPr>
        <p:spPr>
          <a:xfrm rot="5400000" flipH="1">
            <a:off x="2551206" y="1177466"/>
            <a:ext cx="3842732" cy="6678580"/>
          </a:xfrm>
          <a:prstGeom prst="bentConnector3">
            <a:avLst>
              <a:gd name="adj1" fmla="val -59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0B5A884-7451-D4A1-5ED0-9410782C57C7}"/>
              </a:ext>
            </a:extLst>
          </p:cNvPr>
          <p:cNvSpPr/>
          <p:nvPr/>
        </p:nvSpPr>
        <p:spPr>
          <a:xfrm>
            <a:off x="10493044" y="3205688"/>
            <a:ext cx="1415148" cy="4530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11.Content API</a:t>
            </a:r>
            <a:endParaRPr lang="en-IL" dirty="0"/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5B0713BC-A289-E923-8217-F71A9454898C}"/>
              </a:ext>
            </a:extLst>
          </p:cNvPr>
          <p:cNvCxnSpPr>
            <a:cxnSpLocks/>
            <a:stCxn id="7" idx="3"/>
            <a:endCxn id="132" idx="1"/>
          </p:cNvCxnSpPr>
          <p:nvPr/>
        </p:nvCxnSpPr>
        <p:spPr>
          <a:xfrm flipV="1">
            <a:off x="10182022" y="3432194"/>
            <a:ext cx="311022" cy="6136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4420A3AB-0245-B15E-5109-D81E8E3C2DA6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16200000" flipH="1">
            <a:off x="8792162" y="2644526"/>
            <a:ext cx="650019" cy="496846"/>
          </a:xfrm>
          <a:prstGeom prst="bentConnector3">
            <a:avLst>
              <a:gd name="adj1" fmla="val 7009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8A7DFD3-5F22-CB25-D199-D0B7F47459D7}"/>
              </a:ext>
            </a:extLst>
          </p:cNvPr>
          <p:cNvSpPr/>
          <p:nvPr/>
        </p:nvSpPr>
        <p:spPr>
          <a:xfrm>
            <a:off x="9886541" y="1954763"/>
            <a:ext cx="1583106" cy="600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6. Provision API</a:t>
            </a:r>
            <a:endParaRPr lang="en-IL" dirty="0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6D1E1DCD-84BE-9239-30FB-4A9F39EBFB5B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 flipV="1">
            <a:off x="9722499" y="2255216"/>
            <a:ext cx="164042" cy="6136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C40C497F-ED8B-34E6-D433-D2057D1685CC}"/>
              </a:ext>
            </a:extLst>
          </p:cNvPr>
          <p:cNvSpPr/>
          <p:nvPr/>
        </p:nvSpPr>
        <p:spPr>
          <a:xfrm>
            <a:off x="2306219" y="1287642"/>
            <a:ext cx="1698947" cy="3489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Scheduler/Timer</a:t>
            </a:r>
            <a:endParaRPr lang="en-IL" dirty="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EBCAF83C-EF7F-4049-D839-467E4F4A887D}"/>
              </a:ext>
            </a:extLst>
          </p:cNvPr>
          <p:cNvSpPr/>
          <p:nvPr/>
        </p:nvSpPr>
        <p:spPr>
          <a:xfrm>
            <a:off x="2306220" y="734240"/>
            <a:ext cx="1698947" cy="3345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 User API</a:t>
            </a:r>
            <a:endParaRPr lang="en-IL" dirty="0"/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586A36F-7F16-0D96-38FA-258F2EE08683}"/>
              </a:ext>
            </a:extLst>
          </p:cNvPr>
          <p:cNvCxnSpPr>
            <a:cxnSpLocks/>
            <a:stCxn id="168" idx="2"/>
            <a:endCxn id="166" idx="0"/>
          </p:cNvCxnSpPr>
          <p:nvPr/>
        </p:nvCxnSpPr>
        <p:spPr>
          <a:xfrm flipH="1">
            <a:off x="3155693" y="1068819"/>
            <a:ext cx="1" cy="218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>
            <a:extLst>
              <a:ext uri="{FF2B5EF4-FFF2-40B4-BE49-F238E27FC236}">
                <a16:creationId xmlns:a16="http://schemas.microsoft.com/office/drawing/2014/main" id="{28A7BD1C-C5BC-1F05-745B-DC40722C09BB}"/>
              </a:ext>
            </a:extLst>
          </p:cNvPr>
          <p:cNvSpPr/>
          <p:nvPr/>
        </p:nvSpPr>
        <p:spPr>
          <a:xfrm>
            <a:off x="4236100" y="754688"/>
            <a:ext cx="2439956" cy="4436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12. Transaction API</a:t>
            </a:r>
            <a:endParaRPr lang="en-IL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BECDEB4-15D4-A6CD-65AD-621487BD1ABE}"/>
              </a:ext>
            </a:extLst>
          </p:cNvPr>
          <p:cNvSpPr/>
          <p:nvPr/>
        </p:nvSpPr>
        <p:spPr>
          <a:xfrm>
            <a:off x="4215107" y="1296364"/>
            <a:ext cx="2460949" cy="4436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13. Wallet API</a:t>
            </a:r>
            <a:endParaRPr lang="en-IL" dirty="0"/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4CA20B9E-E764-8B43-053B-E1619CE84200}"/>
              </a:ext>
            </a:extLst>
          </p:cNvPr>
          <p:cNvCxnSpPr>
            <a:cxnSpLocks/>
            <a:stCxn id="6" idx="0"/>
            <a:endCxn id="175" idx="3"/>
          </p:cNvCxnSpPr>
          <p:nvPr/>
        </p:nvCxnSpPr>
        <p:spPr>
          <a:xfrm rot="16200000" flipV="1">
            <a:off x="7283285" y="369300"/>
            <a:ext cx="978235" cy="21926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45A778E3-CACC-2A5A-82A6-DCADEC8E6697}"/>
              </a:ext>
            </a:extLst>
          </p:cNvPr>
          <p:cNvCxnSpPr>
            <a:cxnSpLocks/>
            <a:stCxn id="6" idx="0"/>
            <a:endCxn id="176" idx="3"/>
          </p:cNvCxnSpPr>
          <p:nvPr/>
        </p:nvCxnSpPr>
        <p:spPr>
          <a:xfrm rot="16200000" flipV="1">
            <a:off x="7554123" y="640138"/>
            <a:ext cx="436559" cy="21926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: Elbow 243">
            <a:extLst>
              <a:ext uri="{FF2B5EF4-FFF2-40B4-BE49-F238E27FC236}">
                <a16:creationId xmlns:a16="http://schemas.microsoft.com/office/drawing/2014/main" id="{2655DC88-689A-15E8-28CF-72F77A64F8BD}"/>
              </a:ext>
            </a:extLst>
          </p:cNvPr>
          <p:cNvCxnSpPr>
            <a:cxnSpLocks/>
            <a:stCxn id="6" idx="2"/>
            <a:endCxn id="5" idx="2"/>
          </p:cNvCxnSpPr>
          <p:nvPr/>
        </p:nvCxnSpPr>
        <p:spPr>
          <a:xfrm rot="5400000">
            <a:off x="7159185" y="885827"/>
            <a:ext cx="27450" cy="3391677"/>
          </a:xfrm>
          <a:prstGeom prst="bentConnector3">
            <a:avLst>
              <a:gd name="adj1" fmla="val 9327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34E5862D-5743-1DB3-D03C-22C7B42ADEDA}"/>
              </a:ext>
            </a:extLst>
          </p:cNvPr>
          <p:cNvSpPr txBox="1"/>
          <p:nvPr/>
        </p:nvSpPr>
        <p:spPr>
          <a:xfrm>
            <a:off x="6642431" y="2675492"/>
            <a:ext cx="1545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14. Task Done</a:t>
            </a:r>
            <a:endParaRPr lang="en-IL" dirty="0"/>
          </a:p>
        </p:txBody>
      </p:sp>
      <p:cxnSp>
        <p:nvCxnSpPr>
          <p:cNvPr id="254" name="Connector: Elbow 253">
            <a:extLst>
              <a:ext uri="{FF2B5EF4-FFF2-40B4-BE49-F238E27FC236}">
                <a16:creationId xmlns:a16="http://schemas.microsoft.com/office/drawing/2014/main" id="{32C7BDE4-3DCE-D70C-7891-C87212A43FD8}"/>
              </a:ext>
            </a:extLst>
          </p:cNvPr>
          <p:cNvCxnSpPr>
            <a:stCxn id="166" idx="2"/>
            <a:endCxn id="4" idx="0"/>
          </p:cNvCxnSpPr>
          <p:nvPr/>
        </p:nvCxnSpPr>
        <p:spPr>
          <a:xfrm rot="5400000">
            <a:off x="1997050" y="772791"/>
            <a:ext cx="294877" cy="20224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Rectangle 263">
            <a:extLst>
              <a:ext uri="{FF2B5EF4-FFF2-40B4-BE49-F238E27FC236}">
                <a16:creationId xmlns:a16="http://schemas.microsoft.com/office/drawing/2014/main" id="{436BEE32-8330-090D-3CD8-DCC3AA96DD5E}"/>
              </a:ext>
            </a:extLst>
          </p:cNvPr>
          <p:cNvSpPr/>
          <p:nvPr/>
        </p:nvSpPr>
        <p:spPr>
          <a:xfrm>
            <a:off x="283808" y="960232"/>
            <a:ext cx="1738606" cy="3345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0. Playground</a:t>
            </a:r>
            <a:endParaRPr lang="en-IL" dirty="0"/>
          </a:p>
        </p:txBody>
      </p: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0940B409-55E0-ED30-3F41-03ED310223BF}"/>
              </a:ext>
            </a:extLst>
          </p:cNvPr>
          <p:cNvCxnSpPr>
            <a:cxnSpLocks/>
            <a:stCxn id="264" idx="2"/>
            <a:endCxn id="4" idx="0"/>
          </p:cNvCxnSpPr>
          <p:nvPr/>
        </p:nvCxnSpPr>
        <p:spPr>
          <a:xfrm flipH="1">
            <a:off x="1133282" y="1294811"/>
            <a:ext cx="19829" cy="636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: Elbow 271">
            <a:extLst>
              <a:ext uri="{FF2B5EF4-FFF2-40B4-BE49-F238E27FC236}">
                <a16:creationId xmlns:a16="http://schemas.microsoft.com/office/drawing/2014/main" id="{398839B9-8828-9FD4-590B-D7FBA4305D1D}"/>
              </a:ext>
            </a:extLst>
          </p:cNvPr>
          <p:cNvCxnSpPr>
            <a:stCxn id="162" idx="0"/>
            <a:endCxn id="264" idx="0"/>
          </p:cNvCxnSpPr>
          <p:nvPr/>
        </p:nvCxnSpPr>
        <p:spPr>
          <a:xfrm rot="16200000" flipV="1">
            <a:off x="5418338" y="-3304994"/>
            <a:ext cx="994531" cy="9524983"/>
          </a:xfrm>
          <a:prstGeom prst="bentConnector3">
            <a:avLst>
              <a:gd name="adj1" fmla="val 1379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969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FA476-1F56-1E81-DDB6-07020F20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65" y="133861"/>
            <a:ext cx="10515600" cy="67057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Generation Flow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6DF9A5-9227-6B56-60D8-A221EDB26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533580"/>
              </p:ext>
            </p:extLst>
          </p:nvPr>
        </p:nvGraphicFramePr>
        <p:xfrm>
          <a:off x="1007706" y="804434"/>
          <a:ext cx="9526554" cy="5295402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1173429">
                  <a:extLst>
                    <a:ext uri="{9D8B030D-6E8A-4147-A177-3AD203B41FA5}">
                      <a16:colId xmlns:a16="http://schemas.microsoft.com/office/drawing/2014/main" val="605553264"/>
                    </a:ext>
                  </a:extLst>
                </a:gridCol>
                <a:gridCol w="8353125">
                  <a:extLst>
                    <a:ext uri="{9D8B030D-6E8A-4147-A177-3AD203B41FA5}">
                      <a16:colId xmlns:a16="http://schemas.microsoft.com/office/drawing/2014/main" val="752475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228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Scheduler wakes up every update period(1 Hour)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68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Scheduler fetch top-level user feeds and their status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612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Scheduler post a top-level feed update task to generation service/API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71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Generation API post task to the queue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236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Daemon picks up next task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532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Dameon consult provision API for parsing task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153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Daemon decompose composite tasks, set dependencies and post back task via Generation API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422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daemon picked an atomic task, it calls model or source API. 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806662"/>
                  </a:ext>
                </a:extLst>
              </a:tr>
              <a:tr h="473788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Daemon use content API to fetch input (for Model API) and store output document (Model/Source API)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489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Daemon stores all important transactions using transaction API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550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Daemon uses wallet API for blocking and deducing tokens 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054059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Deamon reports to queue that task is finished so it can trigger next tasks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778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Interactive Content generation started by web playground for interactive model feed update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014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74378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20F2-A8E1-F883-BA8B-9D1F2F337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Object/JSON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49B368-1B7B-B1AA-6CD6-33104A5B2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791354"/>
              </p:ext>
            </p:extLst>
          </p:nvPr>
        </p:nvGraphicFramePr>
        <p:xfrm>
          <a:off x="838200" y="1690688"/>
          <a:ext cx="10872237" cy="422656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4585238">
                  <a:extLst>
                    <a:ext uri="{9D8B030D-6E8A-4147-A177-3AD203B41FA5}">
                      <a16:colId xmlns:a16="http://schemas.microsoft.com/office/drawing/2014/main" val="1470320284"/>
                    </a:ext>
                  </a:extLst>
                </a:gridCol>
                <a:gridCol w="6286999">
                  <a:extLst>
                    <a:ext uri="{9D8B030D-6E8A-4147-A177-3AD203B41FA5}">
                      <a16:colId xmlns:a16="http://schemas.microsoft.com/office/drawing/2014/main" val="4170177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287914"/>
                  </a:ext>
                </a:extLst>
              </a:tr>
              <a:tr h="144348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Update/Transform</a:t>
                      </a:r>
                    </a:p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77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Source Document 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for feed transform tasks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5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Source Feed 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 of document transform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050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Target Feed 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transform tasks only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65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Transform 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Transform to apply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857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Id of the flow that task belong to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781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Required Count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many items to generate/transform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161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Trigger Task Id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Triger Task Id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22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Trigger Task Return Value(String/Code)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When trigger task finished, here is its return code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574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449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680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18ED-859B-24E5-84D0-33C165D5E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Content generation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EBA48-8280-DAC7-71F1-44FE8F870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edit transformer or feed in playground with a preview</a:t>
            </a:r>
          </a:p>
          <a:p>
            <a:pPr lvl="1"/>
            <a:r>
              <a:rPr lang="en-US" dirty="0"/>
              <a:t>User select sample input feed for a transformer</a:t>
            </a:r>
          </a:p>
          <a:p>
            <a:pPr lvl="1"/>
            <a:r>
              <a:rPr lang="en-US" dirty="0"/>
              <a:t>Playground fetch source feed sample documents(Content API)</a:t>
            </a:r>
          </a:p>
          <a:p>
            <a:pPr lvl="1"/>
            <a:r>
              <a:rPr lang="en-US" dirty="0"/>
              <a:t>Submit “</a:t>
            </a:r>
            <a:r>
              <a:rPr lang="en-US" dirty="0" err="1"/>
              <a:t>transformDoc</a:t>
            </a:r>
            <a:r>
              <a:rPr lang="en-US" dirty="0"/>
              <a:t>” task via generator API in interactive mode</a:t>
            </a:r>
          </a:p>
          <a:p>
            <a:pPr lvl="1"/>
            <a:r>
              <a:rPr lang="en-US" dirty="0"/>
              <a:t>Receives callback on each task, fetch (Content API) and display results</a:t>
            </a:r>
          </a:p>
          <a:p>
            <a:pPr lvl="1"/>
            <a:endParaRPr lang="en-US" dirty="0"/>
          </a:p>
          <a:p>
            <a:r>
              <a:rPr lang="en-US" dirty="0"/>
              <a:t>Implementation</a:t>
            </a:r>
          </a:p>
          <a:p>
            <a:pPr lvl="1"/>
            <a:r>
              <a:rPr lang="en-US" dirty="0"/>
              <a:t>Different(High priority queue/instance) for interactive generations</a:t>
            </a:r>
          </a:p>
          <a:p>
            <a:pPr lvl="1"/>
            <a:r>
              <a:rPr lang="en-US" dirty="0"/>
              <a:t>Callback/message to the client when ready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738707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CD08F7-AB67-4262-D122-D250B317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Screens/Pages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24BC54-9602-232A-3F2D-EDA76B813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Conceptual(cover major functions) sketches(ugly)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844007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20403E-289D-AC8F-EF0B-169D5FD38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B0449D-483B-5F6B-92A4-78E1D42EC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accessible(like title tabs)</a:t>
            </a:r>
          </a:p>
          <a:p>
            <a:pPr lvl="1"/>
            <a:r>
              <a:rPr lang="en-US" dirty="0"/>
              <a:t>Browser “catalogue”</a:t>
            </a:r>
          </a:p>
          <a:p>
            <a:pPr lvl="1"/>
            <a:r>
              <a:rPr lang="en-US" dirty="0"/>
              <a:t>Create items/”Playground”</a:t>
            </a:r>
          </a:p>
          <a:p>
            <a:pPr lvl="1"/>
            <a:r>
              <a:rPr lang="en-US" dirty="0"/>
              <a:t>View “My </a:t>
            </a:r>
            <a:r>
              <a:rPr lang="en-US" dirty="0" err="1"/>
              <a:t>Channel”’s</a:t>
            </a:r>
            <a:r>
              <a:rPr lang="en-US" dirty="0"/>
              <a:t> content</a:t>
            </a:r>
          </a:p>
          <a:p>
            <a:pPr lvl="1"/>
            <a:r>
              <a:rPr lang="en-US" dirty="0"/>
              <a:t>My “account” subscription and finance/(channels configuration)</a:t>
            </a:r>
          </a:p>
          <a:p>
            <a:pPr lvl="1"/>
            <a:endParaRPr lang="en-US" dirty="0"/>
          </a:p>
          <a:p>
            <a:r>
              <a:rPr lang="en-US" dirty="0"/>
              <a:t>Cross-reference flow</a:t>
            </a:r>
          </a:p>
          <a:p>
            <a:pPr lvl="1"/>
            <a:r>
              <a:rPr lang="en-US" dirty="0"/>
              <a:t>Make it easy/sticky to discover new contents or way to create new content</a:t>
            </a:r>
          </a:p>
          <a:p>
            <a:pPr lvl="1"/>
            <a:r>
              <a:rPr lang="en-US" dirty="0"/>
              <a:t>Everything is clickable and lead to a content feed or start creatin wizard/playground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838339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8D0A8-42D6-9183-4DF5-BE994B35B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Screens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7FAF1-651E-58F3-86EC-08452493C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 Catalogue</a:t>
            </a:r>
          </a:p>
          <a:p>
            <a:r>
              <a:rPr lang="en-US" dirty="0"/>
              <a:t>Item(transformer/feed) view</a:t>
            </a:r>
          </a:p>
          <a:p>
            <a:r>
              <a:rPr lang="en-US" dirty="0"/>
              <a:t>Playground/Edit/Create feed/transformer</a:t>
            </a:r>
          </a:p>
          <a:p>
            <a:r>
              <a:rPr lang="en-US" dirty="0"/>
              <a:t>View content/My channel</a:t>
            </a:r>
          </a:p>
          <a:p>
            <a:r>
              <a:rPr lang="en-US" dirty="0"/>
              <a:t>Edit/Configure my channels/subscription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481787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4394-AD7E-DC0B-641F-E4AAA47E4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Branding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63E5B-A098-5373-45E9-BC8B5717C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a catchy name for items created using the platform</a:t>
            </a:r>
          </a:p>
          <a:p>
            <a:pPr lvl="1"/>
            <a:r>
              <a:rPr lang="en-US" dirty="0"/>
              <a:t> “HAF” (hallucinated fact), create more “HAF”s, have you seen this </a:t>
            </a:r>
            <a:r>
              <a:rPr lang="en-US" dirty="0" err="1"/>
              <a:t>haf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Other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Use this only where meaning is clear from content without explaining what is “HAF”</a:t>
            </a:r>
          </a:p>
          <a:p>
            <a:pPr lvl="1"/>
            <a:r>
              <a:rPr lang="en-US" dirty="0"/>
              <a:t> Need visual/Icon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778727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4F68D-4186-7072-B5CA-64646429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32" y="35847"/>
            <a:ext cx="2895600" cy="622829"/>
          </a:xfrm>
        </p:spPr>
        <p:txBody>
          <a:bodyPr>
            <a:normAutofit fontScale="90000"/>
          </a:bodyPr>
          <a:lstStyle/>
          <a:p>
            <a:r>
              <a:rPr lang="en-US" dirty="0"/>
              <a:t>User Journey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E0F533-5438-A6D0-5F5E-C1391B40BA70}"/>
              </a:ext>
            </a:extLst>
          </p:cNvPr>
          <p:cNvSpPr/>
          <p:nvPr/>
        </p:nvSpPr>
        <p:spPr>
          <a:xfrm>
            <a:off x="781059" y="988592"/>
            <a:ext cx="2142067" cy="12623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Catalogue in Browse Mode</a:t>
            </a:r>
            <a:endParaRPr lang="en-I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3212D8-544F-009B-16A0-02819E71C5F0}"/>
              </a:ext>
            </a:extLst>
          </p:cNvPr>
          <p:cNvSpPr/>
          <p:nvPr/>
        </p:nvSpPr>
        <p:spPr>
          <a:xfrm>
            <a:off x="1221325" y="3343421"/>
            <a:ext cx="1261534" cy="702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 and Search</a:t>
            </a:r>
            <a:endParaRPr lang="en-IL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D90421A8-C70C-800D-7F2C-1B50E513161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1305842" y="2797170"/>
            <a:ext cx="109250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00CADBA-5933-86D0-424F-FC1412A4079A}"/>
              </a:ext>
            </a:extLst>
          </p:cNvPr>
          <p:cNvCxnSpPr>
            <a:cxnSpLocks/>
            <a:stCxn id="7" idx="1"/>
            <a:endCxn id="4" idx="1"/>
          </p:cNvCxnSpPr>
          <p:nvPr/>
        </p:nvCxnSpPr>
        <p:spPr>
          <a:xfrm rot="10800000">
            <a:off x="781059" y="1619756"/>
            <a:ext cx="440266" cy="2075032"/>
          </a:xfrm>
          <a:prstGeom prst="bentConnector3">
            <a:avLst>
              <a:gd name="adj1" fmla="val 1519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9CFB277-C39D-524C-FA7B-40C4D89EAA66}"/>
              </a:ext>
            </a:extLst>
          </p:cNvPr>
          <p:cNvSpPr/>
          <p:nvPr/>
        </p:nvSpPr>
        <p:spPr>
          <a:xfrm>
            <a:off x="5266273" y="2496874"/>
            <a:ext cx="2142067" cy="124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Item View</a:t>
            </a:r>
          </a:p>
          <a:p>
            <a:pPr algn="ctr"/>
            <a:r>
              <a:rPr lang="en-US" dirty="0"/>
              <a:t>Transformer/Feed</a:t>
            </a:r>
            <a:endParaRPr lang="en-IL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04C601-832D-2C21-1F2C-9C4A9B645CF8}"/>
              </a:ext>
            </a:extLst>
          </p:cNvPr>
          <p:cNvSpPr/>
          <p:nvPr/>
        </p:nvSpPr>
        <p:spPr>
          <a:xfrm>
            <a:off x="3437468" y="2771512"/>
            <a:ext cx="1261534" cy="702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Open Item</a:t>
            </a:r>
            <a:endParaRPr lang="en-IL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6741FE8-20C6-8A19-E2D2-25C7A68681A3}"/>
              </a:ext>
            </a:extLst>
          </p:cNvPr>
          <p:cNvSpPr/>
          <p:nvPr/>
        </p:nvSpPr>
        <p:spPr>
          <a:xfrm>
            <a:off x="3445937" y="1897631"/>
            <a:ext cx="1261534" cy="702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Similar</a:t>
            </a:r>
          </a:p>
          <a:p>
            <a:pPr algn="ctr"/>
            <a:r>
              <a:rPr lang="en-US" dirty="0"/>
              <a:t>Tags, users</a:t>
            </a:r>
            <a:endParaRPr lang="en-IL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FD4A4743-BA20-FDE5-4FB3-F0E083F21E80}"/>
              </a:ext>
            </a:extLst>
          </p:cNvPr>
          <p:cNvCxnSpPr>
            <a:stCxn id="19" idx="0"/>
            <a:endCxn id="28" idx="3"/>
          </p:cNvCxnSpPr>
          <p:nvPr/>
        </p:nvCxnSpPr>
        <p:spPr>
          <a:xfrm rot="16200000" flipV="1">
            <a:off x="5398451" y="1558018"/>
            <a:ext cx="247876" cy="16298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7C19941B-808B-ADDB-8422-CB472D7C5B65}"/>
              </a:ext>
            </a:extLst>
          </p:cNvPr>
          <p:cNvCxnSpPr>
            <a:cxnSpLocks/>
            <a:stCxn id="28" idx="1"/>
            <a:endCxn id="4" idx="3"/>
          </p:cNvCxnSpPr>
          <p:nvPr/>
        </p:nvCxnSpPr>
        <p:spPr>
          <a:xfrm rot="10800000">
            <a:off x="2923127" y="1619756"/>
            <a:ext cx="522811" cy="6292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9937D24-6BBC-3E46-46AA-B4C068007EA4}"/>
              </a:ext>
            </a:extLst>
          </p:cNvPr>
          <p:cNvSpPr/>
          <p:nvPr/>
        </p:nvSpPr>
        <p:spPr>
          <a:xfrm>
            <a:off x="5706540" y="3993052"/>
            <a:ext cx="1261534" cy="702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Subscribe</a:t>
            </a:r>
            <a:endParaRPr lang="en-IL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7999364-FDAC-E92A-BECA-17714572CE5F}"/>
              </a:ext>
            </a:extLst>
          </p:cNvPr>
          <p:cNvCxnSpPr>
            <a:cxnSpLocks/>
            <a:stCxn id="19" idx="2"/>
            <a:endCxn id="36" idx="0"/>
          </p:cNvCxnSpPr>
          <p:nvPr/>
        </p:nvCxnSpPr>
        <p:spPr>
          <a:xfrm>
            <a:off x="6337307" y="3741474"/>
            <a:ext cx="0" cy="251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90D906A-CE58-88CA-4AB8-42C147901A50}"/>
              </a:ext>
            </a:extLst>
          </p:cNvPr>
          <p:cNvSpPr/>
          <p:nvPr/>
        </p:nvSpPr>
        <p:spPr>
          <a:xfrm>
            <a:off x="5270152" y="5444609"/>
            <a:ext cx="2142067" cy="124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Account View</a:t>
            </a:r>
            <a:endParaRPr lang="en-IL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C216382-084A-C585-8041-70146E85F103}"/>
              </a:ext>
            </a:extLst>
          </p:cNvPr>
          <p:cNvCxnSpPr>
            <a:stCxn id="36" idx="2"/>
            <a:endCxn id="41" idx="0"/>
          </p:cNvCxnSpPr>
          <p:nvPr/>
        </p:nvCxnSpPr>
        <p:spPr>
          <a:xfrm>
            <a:off x="6337307" y="4695786"/>
            <a:ext cx="3879" cy="748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44F16D2-B05B-FF11-DFB5-E53D2F259725}"/>
              </a:ext>
            </a:extLst>
          </p:cNvPr>
          <p:cNvSpPr/>
          <p:nvPr/>
        </p:nvSpPr>
        <p:spPr>
          <a:xfrm>
            <a:off x="3405724" y="3997135"/>
            <a:ext cx="1261534" cy="702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Feeds</a:t>
            </a:r>
            <a:endParaRPr lang="en-IL" dirty="0"/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D125E09E-BF67-C2CC-1D68-B6201C3FACA8}"/>
              </a:ext>
            </a:extLst>
          </p:cNvPr>
          <p:cNvCxnSpPr>
            <a:cxnSpLocks/>
            <a:stCxn id="41" idx="1"/>
            <a:endCxn id="51" idx="3"/>
          </p:cNvCxnSpPr>
          <p:nvPr/>
        </p:nvCxnSpPr>
        <p:spPr>
          <a:xfrm rot="10800000">
            <a:off x="4667258" y="4348503"/>
            <a:ext cx="602894" cy="17184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D5D0634A-CA95-4CD5-79CA-44EFD60283AC}"/>
              </a:ext>
            </a:extLst>
          </p:cNvPr>
          <p:cNvCxnSpPr>
            <a:cxnSpLocks/>
            <a:stCxn id="51" idx="1"/>
            <a:endCxn id="4" idx="1"/>
          </p:cNvCxnSpPr>
          <p:nvPr/>
        </p:nvCxnSpPr>
        <p:spPr>
          <a:xfrm rot="10800000">
            <a:off x="781060" y="1619756"/>
            <a:ext cx="2624665" cy="2728746"/>
          </a:xfrm>
          <a:prstGeom prst="bentConnector3">
            <a:avLst>
              <a:gd name="adj1" fmla="val 1087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0AEA8757-8875-08D2-3A33-F1A16916CC09}"/>
              </a:ext>
            </a:extLst>
          </p:cNvPr>
          <p:cNvSpPr/>
          <p:nvPr/>
        </p:nvSpPr>
        <p:spPr>
          <a:xfrm>
            <a:off x="9673173" y="2767807"/>
            <a:ext cx="1261534" cy="702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</a:t>
            </a:r>
            <a:endParaRPr lang="en-IL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792E5AD-993D-7B14-CA4A-63EE73CEDAB6}"/>
              </a:ext>
            </a:extLst>
          </p:cNvPr>
          <p:cNvSpPr/>
          <p:nvPr/>
        </p:nvSpPr>
        <p:spPr>
          <a:xfrm>
            <a:off x="9232906" y="3856834"/>
            <a:ext cx="2142067" cy="124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Playground/Editor</a:t>
            </a:r>
            <a:endParaRPr lang="en-IL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9C75A2A-6C7B-CBCC-51B8-6B5CF23BFE33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>
            <a:off x="10303940" y="3470541"/>
            <a:ext cx="0" cy="386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E9E7C204-5137-4879-ADB1-BE41E8BCAC5A}"/>
              </a:ext>
            </a:extLst>
          </p:cNvPr>
          <p:cNvCxnSpPr>
            <a:cxnSpLocks/>
            <a:stCxn id="19" idx="0"/>
            <a:endCxn id="64" idx="0"/>
          </p:cNvCxnSpPr>
          <p:nvPr/>
        </p:nvCxnSpPr>
        <p:spPr>
          <a:xfrm rot="16200000" flipH="1">
            <a:off x="8185156" y="649024"/>
            <a:ext cx="270933" cy="3966633"/>
          </a:xfrm>
          <a:prstGeom prst="bentConnector3">
            <a:avLst>
              <a:gd name="adj1" fmla="val -843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C738C7FE-FC48-616C-3090-20F2404B5307}"/>
              </a:ext>
            </a:extLst>
          </p:cNvPr>
          <p:cNvSpPr/>
          <p:nvPr/>
        </p:nvSpPr>
        <p:spPr>
          <a:xfrm>
            <a:off x="7807333" y="2773361"/>
            <a:ext cx="1261534" cy="702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Publish</a:t>
            </a:r>
            <a:endParaRPr lang="en-IL" dirty="0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29D17D00-5C22-8DA6-C31C-84D7076E9A43}"/>
              </a:ext>
            </a:extLst>
          </p:cNvPr>
          <p:cNvSpPr/>
          <p:nvPr/>
        </p:nvSpPr>
        <p:spPr>
          <a:xfrm>
            <a:off x="9774774" y="1276203"/>
            <a:ext cx="1261534" cy="702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elements</a:t>
            </a:r>
            <a:endParaRPr lang="en-IL" dirty="0"/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63CF468F-C2BB-C898-3C43-2B67C59AF086}"/>
              </a:ext>
            </a:extLst>
          </p:cNvPr>
          <p:cNvSpPr/>
          <p:nvPr/>
        </p:nvSpPr>
        <p:spPr>
          <a:xfrm>
            <a:off x="5235583" y="1276203"/>
            <a:ext cx="2097623" cy="702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Catalogue in selection mode  with done button</a:t>
            </a:r>
            <a:endParaRPr lang="en-IL" dirty="0"/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DDAD4680-90B9-2372-6151-856F934AF268}"/>
              </a:ext>
            </a:extLst>
          </p:cNvPr>
          <p:cNvCxnSpPr>
            <a:cxnSpLocks/>
            <a:stCxn id="67" idx="3"/>
            <a:endCxn id="128" idx="3"/>
          </p:cNvCxnSpPr>
          <p:nvPr/>
        </p:nvCxnSpPr>
        <p:spPr>
          <a:xfrm flipH="1" flipV="1">
            <a:off x="11036308" y="1627570"/>
            <a:ext cx="338665" cy="2851564"/>
          </a:xfrm>
          <a:prstGeom prst="bentConnector3">
            <a:avLst>
              <a:gd name="adj1" fmla="val -675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04EC8B62-FA6D-FCF0-1103-61E389A212BB}"/>
              </a:ext>
            </a:extLst>
          </p:cNvPr>
          <p:cNvCxnSpPr>
            <a:cxnSpLocks/>
            <a:stCxn id="128" idx="1"/>
            <a:endCxn id="129" idx="3"/>
          </p:cNvCxnSpPr>
          <p:nvPr/>
        </p:nvCxnSpPr>
        <p:spPr>
          <a:xfrm flipH="1">
            <a:off x="7333206" y="1627570"/>
            <a:ext cx="24415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B69A28B8-CF49-F674-BA35-3943B8455CB2}"/>
              </a:ext>
            </a:extLst>
          </p:cNvPr>
          <p:cNvCxnSpPr>
            <a:cxnSpLocks/>
            <a:stCxn id="129" idx="1"/>
            <a:endCxn id="4" idx="3"/>
          </p:cNvCxnSpPr>
          <p:nvPr/>
        </p:nvCxnSpPr>
        <p:spPr>
          <a:xfrm rot="10800000">
            <a:off x="2923127" y="1619756"/>
            <a:ext cx="2312457" cy="78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9E1B49B1-776B-2A7C-BA02-C494182ABA98}"/>
              </a:ext>
            </a:extLst>
          </p:cNvPr>
          <p:cNvCxnSpPr>
            <a:cxnSpLocks/>
            <a:stCxn id="4" idx="2"/>
            <a:endCxn id="22" idx="1"/>
          </p:cNvCxnSpPr>
          <p:nvPr/>
        </p:nvCxnSpPr>
        <p:spPr>
          <a:xfrm rot="16200000" flipH="1">
            <a:off x="2208800" y="1894211"/>
            <a:ext cx="871960" cy="15853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8674A571-E9AE-7A03-6CAB-4B32F67F3EDB}"/>
              </a:ext>
            </a:extLst>
          </p:cNvPr>
          <p:cNvCxnSpPr>
            <a:stCxn id="22" idx="3"/>
            <a:endCxn id="19" idx="1"/>
          </p:cNvCxnSpPr>
          <p:nvPr/>
        </p:nvCxnSpPr>
        <p:spPr>
          <a:xfrm flipV="1">
            <a:off x="4699002" y="3119174"/>
            <a:ext cx="567271" cy="37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41F7EB5F-D9BD-CD52-710B-F023BF0EB2AD}"/>
              </a:ext>
            </a:extLst>
          </p:cNvPr>
          <p:cNvCxnSpPr>
            <a:cxnSpLocks/>
            <a:stCxn id="67" idx="1"/>
            <a:endCxn id="109" idx="2"/>
          </p:cNvCxnSpPr>
          <p:nvPr/>
        </p:nvCxnSpPr>
        <p:spPr>
          <a:xfrm rot="10800000">
            <a:off x="8438100" y="3476096"/>
            <a:ext cx="794806" cy="10030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07228A6F-0571-429E-1D29-7BF764326A51}"/>
              </a:ext>
            </a:extLst>
          </p:cNvPr>
          <p:cNvCxnSpPr>
            <a:stCxn id="109" idx="1"/>
            <a:endCxn id="19" idx="3"/>
          </p:cNvCxnSpPr>
          <p:nvPr/>
        </p:nvCxnSpPr>
        <p:spPr>
          <a:xfrm flipH="1" flipV="1">
            <a:off x="7408340" y="3119174"/>
            <a:ext cx="398993" cy="5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99D86837-5AED-77C4-A039-7E30BA671DB5}"/>
              </a:ext>
            </a:extLst>
          </p:cNvPr>
          <p:cNvSpPr/>
          <p:nvPr/>
        </p:nvSpPr>
        <p:spPr>
          <a:xfrm>
            <a:off x="9709140" y="354548"/>
            <a:ext cx="1261534" cy="702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selecting </a:t>
            </a:r>
            <a:endParaRPr lang="en-IL" dirty="0"/>
          </a:p>
        </p:txBody>
      </p: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D2ADD218-F875-D017-B197-B1885BD2B8D2}"/>
              </a:ext>
            </a:extLst>
          </p:cNvPr>
          <p:cNvCxnSpPr>
            <a:cxnSpLocks/>
            <a:stCxn id="4" idx="0"/>
            <a:endCxn id="190" idx="1"/>
          </p:cNvCxnSpPr>
          <p:nvPr/>
        </p:nvCxnSpPr>
        <p:spPr>
          <a:xfrm rot="5400000" flipH="1" flipV="1">
            <a:off x="5639278" y="-3081269"/>
            <a:ext cx="282677" cy="78570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: Elbow 194">
            <a:extLst>
              <a:ext uri="{FF2B5EF4-FFF2-40B4-BE49-F238E27FC236}">
                <a16:creationId xmlns:a16="http://schemas.microsoft.com/office/drawing/2014/main" id="{3C7BF2F1-AB40-8AC6-9C95-13A4E2A557FA}"/>
              </a:ext>
            </a:extLst>
          </p:cNvPr>
          <p:cNvCxnSpPr>
            <a:cxnSpLocks/>
            <a:stCxn id="190" idx="3"/>
            <a:endCxn id="67" idx="2"/>
          </p:cNvCxnSpPr>
          <p:nvPr/>
        </p:nvCxnSpPr>
        <p:spPr>
          <a:xfrm flipH="1">
            <a:off x="10303940" y="705915"/>
            <a:ext cx="666734" cy="4395519"/>
          </a:xfrm>
          <a:prstGeom prst="bentConnector4">
            <a:avLst>
              <a:gd name="adj1" fmla="val -145538"/>
              <a:gd name="adj2" fmla="val 1052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C78E6981-9EEF-98A1-9206-31986633C05C}"/>
              </a:ext>
            </a:extLst>
          </p:cNvPr>
          <p:cNvSpPr/>
          <p:nvPr/>
        </p:nvSpPr>
        <p:spPr>
          <a:xfrm>
            <a:off x="3484574" y="5715545"/>
            <a:ext cx="1261534" cy="702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My Channel</a:t>
            </a:r>
            <a:endParaRPr lang="en-IL" dirty="0"/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0B60B921-DCB3-C62E-1717-6A755C3FD36B}"/>
              </a:ext>
            </a:extLst>
          </p:cNvPr>
          <p:cNvCxnSpPr>
            <a:cxnSpLocks/>
            <a:stCxn id="41" idx="1"/>
            <a:endCxn id="204" idx="3"/>
          </p:cNvCxnSpPr>
          <p:nvPr/>
        </p:nvCxnSpPr>
        <p:spPr>
          <a:xfrm flipH="1">
            <a:off x="4746108" y="6066909"/>
            <a:ext cx="524044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Rectangle 212">
            <a:extLst>
              <a:ext uri="{FF2B5EF4-FFF2-40B4-BE49-F238E27FC236}">
                <a16:creationId xmlns:a16="http://schemas.microsoft.com/office/drawing/2014/main" id="{1F411A66-CD18-971A-00C8-1FCF568A990C}"/>
              </a:ext>
            </a:extLst>
          </p:cNvPr>
          <p:cNvSpPr/>
          <p:nvPr/>
        </p:nvSpPr>
        <p:spPr>
          <a:xfrm>
            <a:off x="928472" y="5442758"/>
            <a:ext cx="2142067" cy="124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Channel/Content</a:t>
            </a:r>
            <a:endParaRPr lang="en-IL" dirty="0"/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1EE32AAF-AF1E-5EF8-B936-A66BCE4690B1}"/>
              </a:ext>
            </a:extLst>
          </p:cNvPr>
          <p:cNvCxnSpPr>
            <a:stCxn id="204" idx="1"/>
            <a:endCxn id="213" idx="3"/>
          </p:cNvCxnSpPr>
          <p:nvPr/>
        </p:nvCxnSpPr>
        <p:spPr>
          <a:xfrm flipH="1" flipV="1">
            <a:off x="3070539" y="6065058"/>
            <a:ext cx="414035" cy="1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4E322453-1970-3C32-07EE-41F7B52DC8CF}"/>
              </a:ext>
            </a:extLst>
          </p:cNvPr>
          <p:cNvSpPr/>
          <p:nvPr/>
        </p:nvSpPr>
        <p:spPr>
          <a:xfrm>
            <a:off x="1376125" y="4522491"/>
            <a:ext cx="1261534" cy="702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</a:t>
            </a:r>
          </a:p>
          <a:p>
            <a:pPr algn="ctr"/>
            <a:r>
              <a:rPr lang="en-US" dirty="0"/>
              <a:t>Similar</a:t>
            </a:r>
            <a:endParaRPr lang="en-IL" dirty="0"/>
          </a:p>
        </p:txBody>
      </p:sp>
      <p:cxnSp>
        <p:nvCxnSpPr>
          <p:cNvPr id="237" name="Connector: Elbow 236">
            <a:extLst>
              <a:ext uri="{FF2B5EF4-FFF2-40B4-BE49-F238E27FC236}">
                <a16:creationId xmlns:a16="http://schemas.microsoft.com/office/drawing/2014/main" id="{DEC2FE73-5C1C-5BBE-C7EF-04EE08C1C2E1}"/>
              </a:ext>
            </a:extLst>
          </p:cNvPr>
          <p:cNvCxnSpPr>
            <a:stCxn id="233" idx="1"/>
            <a:endCxn id="4" idx="1"/>
          </p:cNvCxnSpPr>
          <p:nvPr/>
        </p:nvCxnSpPr>
        <p:spPr>
          <a:xfrm rot="10800000">
            <a:off x="781059" y="1619756"/>
            <a:ext cx="595066" cy="3254102"/>
          </a:xfrm>
          <a:prstGeom prst="bentConnector3">
            <a:avLst>
              <a:gd name="adj1" fmla="val 1384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AC15A5A2-5753-4C90-137B-EDE424FC6995}"/>
              </a:ext>
            </a:extLst>
          </p:cNvPr>
          <p:cNvCxnSpPr>
            <a:stCxn id="213" idx="0"/>
            <a:endCxn id="233" idx="2"/>
          </p:cNvCxnSpPr>
          <p:nvPr/>
        </p:nvCxnSpPr>
        <p:spPr>
          <a:xfrm flipV="1">
            <a:off x="1999506" y="5225225"/>
            <a:ext cx="7386" cy="217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6624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7688BB-15A1-5A7D-9F8D-3A1F92CA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Browse Catalogue Page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C2D37-0DFA-F509-DB0A-8CDFEBF20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1315248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AB06-6EFF-CE0E-0FF9-16831FDF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Catalogue View</a:t>
            </a:r>
            <a:endParaRPr lang="en-I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0640428-9134-0283-A43D-4BAA5EF9A8D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Filters</a:t>
            </a:r>
            <a:endParaRPr lang="en-I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FD896E-952E-59DF-9080-268A870CBC92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By Type: feeds/transformer</a:t>
            </a:r>
          </a:p>
          <a:p>
            <a:r>
              <a:rPr lang="en-US" dirty="0"/>
              <a:t>By source: public/system/private</a:t>
            </a:r>
          </a:p>
          <a:p>
            <a:r>
              <a:rPr lang="en-US" dirty="0"/>
              <a:t>By date added: added last week/month/day</a:t>
            </a:r>
          </a:p>
          <a:p>
            <a:r>
              <a:rPr lang="en-US" dirty="0"/>
              <a:t>By user:  specific author</a:t>
            </a:r>
          </a:p>
          <a:p>
            <a:r>
              <a:rPr lang="en-US" dirty="0"/>
              <a:t>By ranking : ranking/user stars starts from</a:t>
            </a:r>
          </a:p>
          <a:p>
            <a:r>
              <a:rPr lang="en-US" dirty="0"/>
              <a:t>By popularity: used at least</a:t>
            </a:r>
          </a:p>
          <a:p>
            <a:r>
              <a:rPr lang="en-US" dirty="0"/>
              <a:t>By price: price below</a:t>
            </a:r>
          </a:p>
          <a:p>
            <a:r>
              <a:rPr lang="en-US" dirty="0"/>
              <a:t>By frequency: number of per day items</a:t>
            </a:r>
          </a:p>
          <a:p>
            <a:r>
              <a:rPr lang="en-US" dirty="0"/>
              <a:t>By media: text-only, include images/audio</a:t>
            </a:r>
          </a:p>
          <a:p>
            <a:r>
              <a:rPr lang="en-US" dirty="0"/>
              <a:t>By  tags: list of tags</a:t>
            </a:r>
          </a:p>
          <a:p>
            <a:r>
              <a:rPr lang="en-US" dirty="0"/>
              <a:t>By  models: what models/transformer its used</a:t>
            </a:r>
          </a:p>
          <a:p>
            <a:r>
              <a:rPr lang="en-US" dirty="0"/>
              <a:t>By source: what source/feed it uses  </a:t>
            </a:r>
          </a:p>
          <a:p>
            <a:pPr lvl="1"/>
            <a:endParaRPr lang="en-US" dirty="0"/>
          </a:p>
          <a:p>
            <a:endParaRPr lang="en-IL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846CB5-A9A5-48E4-99B8-EE95F19F9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</a:t>
            </a:r>
            <a:endParaRPr lang="en-IL" dirty="0"/>
          </a:p>
        </p:txBody>
      </p:sp>
      <p:graphicFrame>
        <p:nvGraphicFramePr>
          <p:cNvPr id="13" name="Text Placeholder 6">
            <a:extLst>
              <a:ext uri="{FF2B5EF4-FFF2-40B4-BE49-F238E27FC236}">
                <a16:creationId xmlns:a16="http://schemas.microsoft.com/office/drawing/2014/main" id="{BDCF88C9-CDBE-55BE-312E-BBB7D200EF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0824083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11934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5523-941D-992E-BB87-2081EC127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95262"/>
            <a:ext cx="10515600" cy="980396"/>
          </a:xfrm>
        </p:spPr>
        <p:txBody>
          <a:bodyPr/>
          <a:lstStyle/>
          <a:p>
            <a:r>
              <a:rPr lang="en-US" dirty="0"/>
              <a:t>Catalogue View: Elements List</a:t>
            </a:r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41267E-5DC1-2EF7-C7EE-09AE02CFB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88167"/>
            <a:ext cx="10515600" cy="490174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Each element list graphically shows</a:t>
            </a:r>
          </a:p>
          <a:p>
            <a:pPr lvl="1"/>
            <a:r>
              <a:rPr lang="en-US" dirty="0"/>
              <a:t>Element name : “NYT jokes”</a:t>
            </a:r>
          </a:p>
          <a:p>
            <a:pPr lvl="1"/>
            <a:r>
              <a:rPr lang="en-US" dirty="0"/>
              <a:t>Element type: feed/transformer </a:t>
            </a:r>
          </a:p>
          <a:p>
            <a:pPr lvl="1"/>
            <a:r>
              <a:rPr lang="en-US" dirty="0"/>
              <a:t>Content sample preview</a:t>
            </a:r>
          </a:p>
          <a:p>
            <a:pPr lvl="1"/>
            <a:r>
              <a:rPr lang="en-US" dirty="0"/>
              <a:t>Price</a:t>
            </a:r>
          </a:p>
          <a:p>
            <a:pPr lvl="1"/>
            <a:r>
              <a:rPr lang="en-US" dirty="0"/>
              <a:t>Expected frequency</a:t>
            </a:r>
          </a:p>
          <a:p>
            <a:pPr lvl="1"/>
            <a:r>
              <a:rPr lang="en-US" dirty="0"/>
              <a:t>Author</a:t>
            </a:r>
          </a:p>
          <a:p>
            <a:pPr lvl="1"/>
            <a:r>
              <a:rPr lang="en-US" dirty="0"/>
              <a:t>Public/Private</a:t>
            </a:r>
          </a:p>
          <a:p>
            <a:pPr lvl="1"/>
            <a:r>
              <a:rPr lang="en-US" dirty="0"/>
              <a:t>Popularity/Frequency</a:t>
            </a:r>
          </a:p>
          <a:p>
            <a:pPr lvl="1"/>
            <a:r>
              <a:rPr lang="en-US" dirty="0"/>
              <a:t>Date created</a:t>
            </a:r>
          </a:p>
          <a:p>
            <a:pPr lvl="1"/>
            <a:r>
              <a:rPr lang="en-US" dirty="0"/>
              <a:t>Tags</a:t>
            </a:r>
          </a:p>
          <a:p>
            <a:pPr lvl="1"/>
            <a:r>
              <a:rPr lang="en-US" dirty="0"/>
              <a:t>If subscribed or not</a:t>
            </a:r>
          </a:p>
          <a:p>
            <a:r>
              <a:rPr lang="en-US" dirty="0"/>
              <a:t>Actions on each item</a:t>
            </a:r>
          </a:p>
          <a:p>
            <a:pPr lvl="1"/>
            <a:r>
              <a:rPr lang="en-US" dirty="0"/>
              <a:t>Subscribe: keeps in catalogue</a:t>
            </a:r>
          </a:p>
          <a:p>
            <a:pPr lvl="1"/>
            <a:r>
              <a:rPr lang="en-US" dirty="0"/>
              <a:t>Create based on this: opens prepopulated playground </a:t>
            </a:r>
          </a:p>
          <a:p>
            <a:pPr lvl="1"/>
            <a:r>
              <a:rPr lang="en-US" dirty="0"/>
              <a:t>Details: opens item page</a:t>
            </a:r>
          </a:p>
          <a:p>
            <a:pPr lvl="1"/>
            <a:r>
              <a:rPr lang="en-US" dirty="0"/>
              <a:t>Similar: from tag/author links</a:t>
            </a:r>
          </a:p>
          <a:p>
            <a:pPr lvl="1"/>
            <a:r>
              <a:rPr lang="en-US" dirty="0"/>
              <a:t>Select: if in selection mode landed from playground/edit</a:t>
            </a:r>
          </a:p>
          <a:p>
            <a:pPr lvl="1"/>
            <a:endParaRPr lang="en-US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024992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EE45E-D427-9CFB-1602-1AC4C3C87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Browse Catalog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C15B7-8F0A-57B3-1B07-40D9B154929A}"/>
              </a:ext>
            </a:extLst>
          </p:cNvPr>
          <p:cNvSpPr/>
          <p:nvPr/>
        </p:nvSpPr>
        <p:spPr>
          <a:xfrm>
            <a:off x="923731" y="1576873"/>
            <a:ext cx="2295330" cy="49160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74667C-85C7-11A2-823A-B17717A4AFF2}"/>
              </a:ext>
            </a:extLst>
          </p:cNvPr>
          <p:cNvSpPr/>
          <p:nvPr/>
        </p:nvSpPr>
        <p:spPr>
          <a:xfrm>
            <a:off x="3284376" y="1576873"/>
            <a:ext cx="7539134" cy="49160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AC8D92-CDCD-8B27-4D9A-63B2CF6A6BE1}"/>
              </a:ext>
            </a:extLst>
          </p:cNvPr>
          <p:cNvSpPr/>
          <p:nvPr/>
        </p:nvSpPr>
        <p:spPr>
          <a:xfrm>
            <a:off x="3545633" y="1828800"/>
            <a:ext cx="6783355" cy="4478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Search box: free search, tags</a:t>
            </a:r>
            <a:endParaRPr lang="en-I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78622F-1B94-0E59-D63E-F379E1E24FE6}"/>
              </a:ext>
            </a:extLst>
          </p:cNvPr>
          <p:cNvSpPr/>
          <p:nvPr/>
        </p:nvSpPr>
        <p:spPr>
          <a:xfrm>
            <a:off x="3545633" y="2649894"/>
            <a:ext cx="1875453" cy="11010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Preview and Text</a:t>
            </a:r>
          </a:p>
          <a:p>
            <a:pPr algn="ctr"/>
            <a:r>
              <a:rPr lang="en-US" sz="1000" dirty="0"/>
              <a:t>Owner and cost</a:t>
            </a:r>
          </a:p>
          <a:p>
            <a:pPr algn="ctr"/>
            <a:r>
              <a:rPr lang="en-US" sz="1000" dirty="0"/>
              <a:t>Type: feed/transform</a:t>
            </a:r>
          </a:p>
          <a:p>
            <a:pPr algn="ctr"/>
            <a:r>
              <a:rPr lang="en-US" sz="1000" dirty="0"/>
              <a:t>Rating and popularity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FCA631-6485-B2D1-3050-D9BE8777AE6C}"/>
              </a:ext>
            </a:extLst>
          </p:cNvPr>
          <p:cNvSpPr/>
          <p:nvPr/>
        </p:nvSpPr>
        <p:spPr>
          <a:xfrm>
            <a:off x="5682343" y="2649894"/>
            <a:ext cx="1875453" cy="11010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Preview and Text</a:t>
            </a:r>
          </a:p>
          <a:p>
            <a:pPr algn="ctr"/>
            <a:r>
              <a:rPr lang="en-US" sz="1000" dirty="0"/>
              <a:t>Owner and cost</a:t>
            </a:r>
          </a:p>
          <a:p>
            <a:pPr algn="ctr"/>
            <a:r>
              <a:rPr lang="en-US" sz="1000" dirty="0"/>
              <a:t>Type: feed/transform</a:t>
            </a:r>
          </a:p>
          <a:p>
            <a:pPr algn="ctr"/>
            <a:r>
              <a:rPr lang="en-US" sz="1000" dirty="0"/>
              <a:t>Rating and popularity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29619C-4E26-9519-D76F-5025A2A4DC45}"/>
              </a:ext>
            </a:extLst>
          </p:cNvPr>
          <p:cNvSpPr/>
          <p:nvPr/>
        </p:nvSpPr>
        <p:spPr>
          <a:xfrm>
            <a:off x="7903028" y="2641795"/>
            <a:ext cx="1875453" cy="11010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Preview and Text</a:t>
            </a:r>
          </a:p>
          <a:p>
            <a:pPr algn="ctr"/>
            <a:r>
              <a:rPr lang="en-US" sz="1000" dirty="0"/>
              <a:t>Owner and cost</a:t>
            </a:r>
          </a:p>
          <a:p>
            <a:pPr algn="ctr"/>
            <a:r>
              <a:rPr lang="en-US" sz="1000" dirty="0"/>
              <a:t>Type: feed/transform</a:t>
            </a:r>
          </a:p>
          <a:p>
            <a:pPr algn="ctr"/>
            <a:r>
              <a:rPr lang="en-US" sz="1000" dirty="0"/>
              <a:t>Rating and popularity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4A9065-BBB9-1F4C-02B7-5DD83D3C8F9C}"/>
              </a:ext>
            </a:extLst>
          </p:cNvPr>
          <p:cNvSpPr/>
          <p:nvPr/>
        </p:nvSpPr>
        <p:spPr>
          <a:xfrm>
            <a:off x="3545633" y="4338735"/>
            <a:ext cx="1875453" cy="11010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Preview and Text</a:t>
            </a:r>
          </a:p>
          <a:p>
            <a:pPr algn="ctr"/>
            <a:r>
              <a:rPr lang="en-US" sz="1000" dirty="0"/>
              <a:t>Owner and cost</a:t>
            </a:r>
          </a:p>
          <a:p>
            <a:pPr algn="ctr"/>
            <a:r>
              <a:rPr lang="en-US" sz="1000" dirty="0"/>
              <a:t>Type: feed/transform</a:t>
            </a:r>
          </a:p>
          <a:p>
            <a:pPr algn="ctr"/>
            <a:r>
              <a:rPr lang="en-US" sz="1000" dirty="0"/>
              <a:t>Rating and popularity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D3D961B-118E-3BC7-8B5E-3E23C500FA8B}"/>
              </a:ext>
            </a:extLst>
          </p:cNvPr>
          <p:cNvSpPr/>
          <p:nvPr/>
        </p:nvSpPr>
        <p:spPr>
          <a:xfrm>
            <a:off x="5747655" y="4412148"/>
            <a:ext cx="1875453" cy="11010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Preview and Text</a:t>
            </a:r>
          </a:p>
          <a:p>
            <a:pPr algn="ctr"/>
            <a:r>
              <a:rPr lang="en-US" sz="1000" dirty="0"/>
              <a:t>Owner and cost</a:t>
            </a:r>
          </a:p>
          <a:p>
            <a:pPr algn="ctr"/>
            <a:r>
              <a:rPr lang="en-US" sz="1000" dirty="0"/>
              <a:t>Type: feed/transform</a:t>
            </a:r>
          </a:p>
          <a:p>
            <a:pPr algn="ctr"/>
            <a:r>
              <a:rPr lang="en-US" sz="1000" dirty="0"/>
              <a:t>Rating and popularity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80C202-CCF3-D5F8-1FF0-D04E0A3F877F}"/>
              </a:ext>
            </a:extLst>
          </p:cNvPr>
          <p:cNvSpPr/>
          <p:nvPr/>
        </p:nvSpPr>
        <p:spPr>
          <a:xfrm>
            <a:off x="7903028" y="4338735"/>
            <a:ext cx="1875453" cy="11010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Preview and Text</a:t>
            </a:r>
          </a:p>
          <a:p>
            <a:pPr algn="ctr"/>
            <a:r>
              <a:rPr lang="en-US" sz="1000" dirty="0"/>
              <a:t>Owner and cost</a:t>
            </a:r>
          </a:p>
          <a:p>
            <a:pPr algn="ctr"/>
            <a:r>
              <a:rPr lang="en-US" sz="1000" dirty="0"/>
              <a:t>Type: feed/transform</a:t>
            </a:r>
          </a:p>
          <a:p>
            <a:pPr algn="ctr"/>
            <a:r>
              <a:rPr lang="en-US" sz="1000" dirty="0"/>
              <a:t>Rating and popularity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033086-5308-8FFD-D52A-747DEDA9F6FA}"/>
              </a:ext>
            </a:extLst>
          </p:cNvPr>
          <p:cNvSpPr/>
          <p:nvPr/>
        </p:nvSpPr>
        <p:spPr>
          <a:xfrm>
            <a:off x="1147664" y="2620316"/>
            <a:ext cx="1782147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 1</a:t>
            </a:r>
            <a:endParaRPr lang="en-IL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1DA377-AEED-0DDA-97C6-429960AE404D}"/>
              </a:ext>
            </a:extLst>
          </p:cNvPr>
          <p:cNvSpPr/>
          <p:nvPr/>
        </p:nvSpPr>
        <p:spPr>
          <a:xfrm>
            <a:off x="1165550" y="3296525"/>
            <a:ext cx="1782147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 2</a:t>
            </a:r>
            <a:endParaRPr lang="en-IL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0DA2BD-9A01-12E2-EB19-9D00DF5C9283}"/>
              </a:ext>
            </a:extLst>
          </p:cNvPr>
          <p:cNvSpPr/>
          <p:nvPr/>
        </p:nvSpPr>
        <p:spPr>
          <a:xfrm>
            <a:off x="1164772" y="4014012"/>
            <a:ext cx="1782147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 3</a:t>
            </a:r>
            <a:endParaRPr lang="en-IL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D01AD796-9270-3BA8-FC6F-CD1466CA5849}"/>
              </a:ext>
            </a:extLst>
          </p:cNvPr>
          <p:cNvSpPr/>
          <p:nvPr/>
        </p:nvSpPr>
        <p:spPr>
          <a:xfrm>
            <a:off x="5591369" y="5959800"/>
            <a:ext cx="2925147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Infinite scroll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5848001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AC0622-87E8-98F3-7E7A-EEEDE142F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Item View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F86B4D-7F71-0B09-AA81-60B4BA0C3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20156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5B40D8-13C2-E616-E3F0-9D35BC77D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 view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F4180-DAFE-6131-F4EB-331A801AF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5190" y="1571626"/>
            <a:ext cx="5157787" cy="823912"/>
          </a:xfrm>
        </p:spPr>
        <p:txBody>
          <a:bodyPr/>
          <a:lstStyle/>
          <a:p>
            <a:r>
              <a:rPr lang="en-US" dirty="0"/>
              <a:t>Layout</a:t>
            </a:r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02D34F-B653-FBE3-6F1D-AA2C1041ABB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69024" y="1452563"/>
            <a:ext cx="5183188" cy="823912"/>
          </a:xfrm>
        </p:spPr>
        <p:txBody>
          <a:bodyPr/>
          <a:lstStyle/>
          <a:p>
            <a:r>
              <a:rPr lang="en-US" dirty="0"/>
              <a:t>Item details</a:t>
            </a:r>
            <a:endParaRPr lang="en-I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B42E63-EFBA-8446-513C-916B23112206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Type</a:t>
            </a:r>
          </a:p>
          <a:p>
            <a:r>
              <a:rPr lang="en-US" dirty="0"/>
              <a:t>Author</a:t>
            </a:r>
          </a:p>
          <a:p>
            <a:r>
              <a:rPr lang="en-US" dirty="0"/>
              <a:t>Title</a:t>
            </a:r>
          </a:p>
          <a:p>
            <a:r>
              <a:rPr lang="en-US" dirty="0"/>
              <a:t>Description</a:t>
            </a:r>
          </a:p>
          <a:p>
            <a:r>
              <a:rPr lang="en-US" dirty="0"/>
              <a:t>Price</a:t>
            </a:r>
          </a:p>
          <a:p>
            <a:r>
              <a:rPr lang="en-US" dirty="0"/>
              <a:t>Frequency</a:t>
            </a:r>
          </a:p>
          <a:p>
            <a:r>
              <a:rPr lang="en-US" dirty="0"/>
              <a:t>Popularity and ranking</a:t>
            </a:r>
          </a:p>
          <a:p>
            <a:r>
              <a:rPr lang="en-US" dirty="0"/>
              <a:t>Used elements</a:t>
            </a:r>
          </a:p>
          <a:p>
            <a:r>
              <a:rPr lang="en-US" dirty="0"/>
              <a:t>Media types</a:t>
            </a:r>
          </a:p>
          <a:p>
            <a:r>
              <a:rPr lang="en-US" dirty="0"/>
              <a:t>Public/Private</a:t>
            </a:r>
          </a:p>
          <a:p>
            <a:r>
              <a:rPr lang="en-US" dirty="0"/>
              <a:t>Subscription status and caps</a:t>
            </a:r>
          </a:p>
          <a:p>
            <a:endParaRPr lang="en-IL" dirty="0"/>
          </a:p>
        </p:txBody>
      </p:sp>
      <p:graphicFrame>
        <p:nvGraphicFramePr>
          <p:cNvPr id="10" name="Text Placeholder 5">
            <a:extLst>
              <a:ext uri="{FF2B5EF4-FFF2-40B4-BE49-F238E27FC236}">
                <a16:creationId xmlns:a16="http://schemas.microsoft.com/office/drawing/2014/main" id="{598116F4-808D-58F6-4FC8-09BA362C0646}"/>
              </a:ext>
            </a:extLst>
          </p:cNvPr>
          <p:cNvGraphicFramePr/>
          <p:nvPr/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31880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7BA4D5D-E5C3-BCBD-F5B3-7D67006C8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 View: Actions</a:t>
            </a:r>
            <a:endParaRPr lang="en-I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B28FCD-B03A-D3FB-9473-DEAB84360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Scroll through multiple preview/samples</a:t>
            </a:r>
          </a:p>
          <a:p>
            <a:r>
              <a:rPr lang="en-US" dirty="0"/>
              <a:t>Subscribe/Unsubscribe/Change Caps</a:t>
            </a:r>
          </a:p>
          <a:p>
            <a:r>
              <a:rPr lang="en-US" dirty="0"/>
              <a:t>Discover(go to Catalogue) based on recommended and embedded links (more by same authors) </a:t>
            </a:r>
          </a:p>
          <a:p>
            <a:r>
              <a:rPr lang="en-US" dirty="0"/>
              <a:t>Select (if in selection mode followed from template)</a:t>
            </a:r>
          </a:p>
          <a:p>
            <a:r>
              <a:rPr lang="en-US" dirty="0"/>
              <a:t>Back to catalogue (in the same mode)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567629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7692-A47E-0CFF-4F86-BD9122B88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7895"/>
          </a:xfrm>
        </p:spPr>
        <p:txBody>
          <a:bodyPr/>
          <a:lstStyle/>
          <a:p>
            <a:r>
              <a:rPr lang="en-US" dirty="0"/>
              <a:t>Single Item(Feed Transformer)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713627-7F4E-2715-E7C0-9C04465950CD}"/>
              </a:ext>
            </a:extLst>
          </p:cNvPr>
          <p:cNvSpPr/>
          <p:nvPr/>
        </p:nvSpPr>
        <p:spPr>
          <a:xfrm>
            <a:off x="935005" y="1576873"/>
            <a:ext cx="2295330" cy="49160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9431E2-6A42-B17F-29D6-CE70F6046374}"/>
              </a:ext>
            </a:extLst>
          </p:cNvPr>
          <p:cNvSpPr/>
          <p:nvPr/>
        </p:nvSpPr>
        <p:spPr>
          <a:xfrm>
            <a:off x="3284376" y="1576873"/>
            <a:ext cx="7539134" cy="49160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DF8813-8895-8AF1-962A-5F81169C7A90}"/>
              </a:ext>
            </a:extLst>
          </p:cNvPr>
          <p:cNvSpPr/>
          <p:nvPr/>
        </p:nvSpPr>
        <p:spPr>
          <a:xfrm>
            <a:off x="3545634" y="1828800"/>
            <a:ext cx="5495730" cy="4478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Title and description</a:t>
            </a:r>
            <a:endParaRPr lang="en-I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2018DF-24AF-093F-DD0F-9A71AF42D975}"/>
              </a:ext>
            </a:extLst>
          </p:cNvPr>
          <p:cNvSpPr/>
          <p:nvPr/>
        </p:nvSpPr>
        <p:spPr>
          <a:xfrm>
            <a:off x="3415005" y="2649894"/>
            <a:ext cx="3859762" cy="2285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 1</a:t>
            </a:r>
            <a:endParaRPr lang="en-I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DDD942-724F-B83D-8CF4-451B9D415268}"/>
              </a:ext>
            </a:extLst>
          </p:cNvPr>
          <p:cNvSpPr/>
          <p:nvPr/>
        </p:nvSpPr>
        <p:spPr>
          <a:xfrm>
            <a:off x="7457492" y="3831270"/>
            <a:ext cx="1576870" cy="11010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 2</a:t>
            </a:r>
            <a:endParaRPr lang="en-IL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F1438A-A519-6516-1FD3-45BC67BCF9BC}"/>
              </a:ext>
            </a:extLst>
          </p:cNvPr>
          <p:cNvSpPr/>
          <p:nvPr/>
        </p:nvSpPr>
        <p:spPr>
          <a:xfrm>
            <a:off x="7405395" y="2649894"/>
            <a:ext cx="1632857" cy="11010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 3</a:t>
            </a:r>
            <a:endParaRPr lang="en-IL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7609FA-A875-8503-DDCE-9E6680C75EE8}"/>
              </a:ext>
            </a:extLst>
          </p:cNvPr>
          <p:cNvSpPr/>
          <p:nvPr/>
        </p:nvSpPr>
        <p:spPr>
          <a:xfrm>
            <a:off x="1147663" y="1836545"/>
            <a:ext cx="1870014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More by same author</a:t>
            </a:r>
            <a:endParaRPr lang="en-IL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CD25B3-D4F8-F744-E047-7ED2300E12D5}"/>
              </a:ext>
            </a:extLst>
          </p:cNvPr>
          <p:cNvSpPr/>
          <p:nvPr/>
        </p:nvSpPr>
        <p:spPr>
          <a:xfrm>
            <a:off x="1165550" y="3296525"/>
            <a:ext cx="1870014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More with same content</a:t>
            </a:r>
            <a:endParaRPr lang="en-IL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7B0890-F922-95DC-4158-A1A113B44650}"/>
              </a:ext>
            </a:extLst>
          </p:cNvPr>
          <p:cNvSpPr/>
          <p:nvPr/>
        </p:nvSpPr>
        <p:spPr>
          <a:xfrm>
            <a:off x="1195875" y="5024357"/>
            <a:ext cx="1782147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More with same transformer</a:t>
            </a:r>
            <a:endParaRPr lang="en-IL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294AF6E-35BE-5493-DC5F-9A0D7171F4FA}"/>
              </a:ext>
            </a:extLst>
          </p:cNvPr>
          <p:cNvSpPr/>
          <p:nvPr/>
        </p:nvSpPr>
        <p:spPr>
          <a:xfrm>
            <a:off x="1222310" y="2431856"/>
            <a:ext cx="543508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8FAC1FA-B667-8161-8859-977CE484F80A}"/>
              </a:ext>
            </a:extLst>
          </p:cNvPr>
          <p:cNvSpPr/>
          <p:nvPr/>
        </p:nvSpPr>
        <p:spPr>
          <a:xfrm>
            <a:off x="1851350" y="2431856"/>
            <a:ext cx="543508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62997-E97E-9D59-DBB9-694FB7270460}"/>
              </a:ext>
            </a:extLst>
          </p:cNvPr>
          <p:cNvSpPr/>
          <p:nvPr/>
        </p:nvSpPr>
        <p:spPr>
          <a:xfrm>
            <a:off x="2500604" y="2431856"/>
            <a:ext cx="543508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CE0CBE-0F6B-8E3B-DDD8-3C226ED74D4D}"/>
              </a:ext>
            </a:extLst>
          </p:cNvPr>
          <p:cNvSpPr/>
          <p:nvPr/>
        </p:nvSpPr>
        <p:spPr>
          <a:xfrm>
            <a:off x="1147663" y="3947903"/>
            <a:ext cx="543508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29C95AD-5811-4FE8-AEC3-580A4003C6F4}"/>
              </a:ext>
            </a:extLst>
          </p:cNvPr>
          <p:cNvSpPr/>
          <p:nvPr/>
        </p:nvSpPr>
        <p:spPr>
          <a:xfrm>
            <a:off x="1776703" y="3947903"/>
            <a:ext cx="543508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4118726-4832-9296-0C41-6A037720FB62}"/>
              </a:ext>
            </a:extLst>
          </p:cNvPr>
          <p:cNvSpPr/>
          <p:nvPr/>
        </p:nvSpPr>
        <p:spPr>
          <a:xfrm>
            <a:off x="2425957" y="3947903"/>
            <a:ext cx="543508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6403665-3C58-B233-39CB-A173A78E4BED}"/>
              </a:ext>
            </a:extLst>
          </p:cNvPr>
          <p:cNvSpPr/>
          <p:nvPr/>
        </p:nvSpPr>
        <p:spPr>
          <a:xfrm>
            <a:off x="1179546" y="5649590"/>
            <a:ext cx="543508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9FD1CE9-C6CA-774F-AC6F-94FD50B5CE83}"/>
              </a:ext>
            </a:extLst>
          </p:cNvPr>
          <p:cNvSpPr/>
          <p:nvPr/>
        </p:nvSpPr>
        <p:spPr>
          <a:xfrm>
            <a:off x="1808586" y="5649590"/>
            <a:ext cx="543508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0D48BFF-CE2E-1C0B-7588-014B906954BA}"/>
              </a:ext>
            </a:extLst>
          </p:cNvPr>
          <p:cNvSpPr/>
          <p:nvPr/>
        </p:nvSpPr>
        <p:spPr>
          <a:xfrm>
            <a:off x="2457840" y="5649590"/>
            <a:ext cx="543508" cy="470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FEBE8B-BD32-F33E-B9EB-394117C4CCCA}"/>
              </a:ext>
            </a:extLst>
          </p:cNvPr>
          <p:cNvSpPr/>
          <p:nvPr/>
        </p:nvSpPr>
        <p:spPr>
          <a:xfrm>
            <a:off x="4220547" y="5651176"/>
            <a:ext cx="1875453" cy="559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from this</a:t>
            </a:r>
            <a:endParaRPr lang="en-IL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5C34D6-670C-4F5D-3D4D-78A7B8CC13A2}"/>
              </a:ext>
            </a:extLst>
          </p:cNvPr>
          <p:cNvSpPr/>
          <p:nvPr/>
        </p:nvSpPr>
        <p:spPr>
          <a:xfrm>
            <a:off x="6519766" y="5649590"/>
            <a:ext cx="1875453" cy="559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Subscribe(if feed)</a:t>
            </a:r>
            <a:endParaRPr lang="en-IL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BB19EF-0692-94E4-49F1-DD299BFE4B11}"/>
              </a:ext>
            </a:extLst>
          </p:cNvPr>
          <p:cNvSpPr/>
          <p:nvPr/>
        </p:nvSpPr>
        <p:spPr>
          <a:xfrm>
            <a:off x="9349273" y="1828800"/>
            <a:ext cx="1222311" cy="44600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A3DB043-1119-B105-9496-E34DB12A1011}"/>
              </a:ext>
            </a:extLst>
          </p:cNvPr>
          <p:cNvSpPr/>
          <p:nvPr/>
        </p:nvSpPr>
        <p:spPr>
          <a:xfrm>
            <a:off x="9498563" y="2052734"/>
            <a:ext cx="961053" cy="3791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Cost</a:t>
            </a:r>
            <a:endParaRPr lang="en-IL" sz="10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8EFDB7F-28D4-C467-03B2-EF2F6AB3D304}"/>
              </a:ext>
            </a:extLst>
          </p:cNvPr>
          <p:cNvSpPr/>
          <p:nvPr/>
        </p:nvSpPr>
        <p:spPr>
          <a:xfrm>
            <a:off x="9479901" y="3922292"/>
            <a:ext cx="961053" cy="22350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Usage and popularity statistics</a:t>
            </a:r>
            <a:endParaRPr lang="en-IL" sz="1000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357DFFA-E8C4-775C-6517-483EA432A931}"/>
              </a:ext>
            </a:extLst>
          </p:cNvPr>
          <p:cNvSpPr/>
          <p:nvPr/>
        </p:nvSpPr>
        <p:spPr>
          <a:xfrm>
            <a:off x="9507894" y="2556587"/>
            <a:ext cx="961053" cy="3791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My Wallet</a:t>
            </a:r>
            <a:endParaRPr lang="en-IL" sz="1000" dirty="0"/>
          </a:p>
        </p:txBody>
      </p:sp>
    </p:spTree>
    <p:extLst>
      <p:ext uri="{BB962C8B-B14F-4D97-AF65-F5344CB8AC3E}">
        <p14:creationId xmlns:p14="http://schemas.microsoft.com/office/powerpoint/2010/main" val="7033864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81B93A-5D87-E643-1864-FA495AF6B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Playground/Edit View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66F41-492B-C7C4-8C2B-DF28EFB9A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3473180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A93A2C-C56A-6FFC-E9E6-08202F437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D1E8E2-EAA1-F3B2-0836-667E4DAC0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35474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A281A-39A3-A328-183A-82650B443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5ECAB-33AD-AA69-B5DF-1F2E550B3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310776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2138A-D486-4BBA-36CC-355684C9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951" y="-59417"/>
            <a:ext cx="10515600" cy="1109111"/>
          </a:xfrm>
        </p:spPr>
        <p:txBody>
          <a:bodyPr/>
          <a:lstStyle/>
          <a:p>
            <a:r>
              <a:rPr lang="en-US" dirty="0"/>
              <a:t>Edit Feed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C9FA58-8473-1732-1C93-7CDE931C9E33}"/>
              </a:ext>
            </a:extLst>
          </p:cNvPr>
          <p:cNvSpPr/>
          <p:nvPr/>
        </p:nvSpPr>
        <p:spPr>
          <a:xfrm>
            <a:off x="1735494" y="1511559"/>
            <a:ext cx="8630816" cy="4542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AACE80-0D63-4E95-B42D-0B036EC5F5F5}"/>
              </a:ext>
            </a:extLst>
          </p:cNvPr>
          <p:cNvSpPr/>
          <p:nvPr/>
        </p:nvSpPr>
        <p:spPr>
          <a:xfrm>
            <a:off x="3937517" y="2836507"/>
            <a:ext cx="132494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Src</a:t>
            </a:r>
            <a:r>
              <a:rPr lang="en-US" dirty="0"/>
              <a:t> Feed</a:t>
            </a:r>
            <a:endParaRPr lang="en-IL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325B04-69FF-31EB-991C-1EC6BF28CDCF}"/>
              </a:ext>
            </a:extLst>
          </p:cNvPr>
          <p:cNvSpPr/>
          <p:nvPr/>
        </p:nvSpPr>
        <p:spPr>
          <a:xfrm>
            <a:off x="5425749" y="2827176"/>
            <a:ext cx="2757197" cy="9330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Src</a:t>
            </a:r>
            <a:r>
              <a:rPr lang="en-US" dirty="0"/>
              <a:t> Feed Params Edit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D2022A-C6C5-7ABE-2182-7BF159B80466}"/>
              </a:ext>
            </a:extLst>
          </p:cNvPr>
          <p:cNvSpPr/>
          <p:nvPr/>
        </p:nvSpPr>
        <p:spPr>
          <a:xfrm>
            <a:off x="3937516" y="3895531"/>
            <a:ext cx="132494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Transformer</a:t>
            </a:r>
            <a:endParaRPr lang="en-I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7617C0-67BE-82B4-9A19-11EFEEE873AB}"/>
              </a:ext>
            </a:extLst>
          </p:cNvPr>
          <p:cNvSpPr/>
          <p:nvPr/>
        </p:nvSpPr>
        <p:spPr>
          <a:xfrm>
            <a:off x="5404755" y="3895531"/>
            <a:ext cx="2757197" cy="9330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Transformer  Params Edit</a:t>
            </a:r>
            <a:endParaRPr lang="en-IL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F3A2B0-425C-8A13-1333-03231B44D1F4}"/>
              </a:ext>
            </a:extLst>
          </p:cNvPr>
          <p:cNvSpPr/>
          <p:nvPr/>
        </p:nvSpPr>
        <p:spPr>
          <a:xfrm>
            <a:off x="2001415" y="1716833"/>
            <a:ext cx="7973009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Name, Description Tag Edit</a:t>
            </a:r>
            <a:endParaRPr lang="en-IL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3216C1-4EDD-B14F-B076-318DA46953E4}"/>
              </a:ext>
            </a:extLst>
          </p:cNvPr>
          <p:cNvSpPr/>
          <p:nvPr/>
        </p:nvSpPr>
        <p:spPr>
          <a:xfrm>
            <a:off x="8304245" y="2836507"/>
            <a:ext cx="1670179" cy="19734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Preview Items</a:t>
            </a:r>
            <a:endParaRPr lang="en-I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31C8A9-F382-9B7D-3B9A-907219AACE98}"/>
              </a:ext>
            </a:extLst>
          </p:cNvPr>
          <p:cNvSpPr/>
          <p:nvPr/>
        </p:nvSpPr>
        <p:spPr>
          <a:xfrm>
            <a:off x="1926771" y="5015205"/>
            <a:ext cx="7973009" cy="9330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Publish to public or private</a:t>
            </a:r>
            <a:endParaRPr lang="en-IL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8424F9-7FF4-9FB7-1F95-46A1BDD63F5B}"/>
              </a:ext>
            </a:extLst>
          </p:cNvPr>
          <p:cNvSpPr/>
          <p:nvPr/>
        </p:nvSpPr>
        <p:spPr>
          <a:xfrm>
            <a:off x="2001415" y="2796235"/>
            <a:ext cx="1670179" cy="19734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Cost and expected frequencies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6302307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05EAA-E282-9313-B917-E186B905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Transform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235A64-FE4B-D00E-71F7-98D6D4C79860}"/>
              </a:ext>
            </a:extLst>
          </p:cNvPr>
          <p:cNvSpPr/>
          <p:nvPr/>
        </p:nvSpPr>
        <p:spPr>
          <a:xfrm>
            <a:off x="1063690" y="1623527"/>
            <a:ext cx="8630816" cy="4542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461D87-1AAF-3C21-BE9A-68CC9A0292A7}"/>
              </a:ext>
            </a:extLst>
          </p:cNvPr>
          <p:cNvSpPr/>
          <p:nvPr/>
        </p:nvSpPr>
        <p:spPr>
          <a:xfrm>
            <a:off x="1329611" y="1828801"/>
            <a:ext cx="7973009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Name, Description Tag Edit</a:t>
            </a:r>
            <a:endParaRPr lang="en-IL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F36B33-2695-D2DB-A7C1-46A9EECCA9E8}"/>
              </a:ext>
            </a:extLst>
          </p:cNvPr>
          <p:cNvSpPr/>
          <p:nvPr/>
        </p:nvSpPr>
        <p:spPr>
          <a:xfrm>
            <a:off x="6718045" y="2948475"/>
            <a:ext cx="2584575" cy="19734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sample input feed and Preview Items</a:t>
            </a:r>
            <a:endParaRPr lang="en-IL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6ABDEA-3C96-A1FF-A9DC-85D0784F233B}"/>
              </a:ext>
            </a:extLst>
          </p:cNvPr>
          <p:cNvSpPr/>
          <p:nvPr/>
        </p:nvSpPr>
        <p:spPr>
          <a:xfrm>
            <a:off x="1254967" y="5127173"/>
            <a:ext cx="7973009" cy="9330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Publish to public or private</a:t>
            </a:r>
            <a:endParaRPr lang="en-I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CF1A9D-F8FE-DD24-C79C-5E9976AA6311}"/>
              </a:ext>
            </a:extLst>
          </p:cNvPr>
          <p:cNvSpPr/>
          <p:nvPr/>
        </p:nvSpPr>
        <p:spPr>
          <a:xfrm>
            <a:off x="1329611" y="2908203"/>
            <a:ext cx="1670179" cy="19734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Cost and expected frequencies</a:t>
            </a:r>
            <a:endParaRPr lang="en-IL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A158979-1618-1DED-B79D-D1B641ED1A2F}"/>
              </a:ext>
            </a:extLst>
          </p:cNvPr>
          <p:cNvSpPr/>
          <p:nvPr/>
        </p:nvSpPr>
        <p:spPr>
          <a:xfrm>
            <a:off x="3219061" y="2948475"/>
            <a:ext cx="1530221" cy="1933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Transformer Chain</a:t>
            </a:r>
            <a:endParaRPr lang="en-IL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0E2109B-0923-9E83-DCE3-249E8C002C93}"/>
              </a:ext>
            </a:extLst>
          </p:cNvPr>
          <p:cNvSpPr/>
          <p:nvPr/>
        </p:nvSpPr>
        <p:spPr>
          <a:xfrm>
            <a:off x="4968553" y="2927789"/>
            <a:ext cx="1530221" cy="9598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Selected Transformer Info and Config</a:t>
            </a:r>
            <a:endParaRPr lang="en-IL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94B4BA-15E2-1A1E-30DA-EC7A22FC3A2D}"/>
              </a:ext>
            </a:extLst>
          </p:cNvPr>
          <p:cNvSpPr/>
          <p:nvPr/>
        </p:nvSpPr>
        <p:spPr>
          <a:xfrm>
            <a:off x="4968553" y="3973433"/>
            <a:ext cx="1530221" cy="9598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Add/Remove/Move Up/Down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758924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A0EDB7-79BD-2196-550A-4CC95F6A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My </a:t>
            </a:r>
            <a:r>
              <a:rPr lang="en-US" dirty="0" err="1"/>
              <a:t>Countent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389D90-089F-4598-0CF7-5C09C3B8C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50676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B776DD-4F6A-002E-4623-4980C39A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6912BA-1EDB-6C80-37B1-A4D51DF8C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981952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FE78-9143-DC11-DCCA-B204BA6DD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355"/>
            <a:ext cx="10515600" cy="984027"/>
          </a:xfrm>
        </p:spPr>
        <p:txBody>
          <a:bodyPr/>
          <a:lstStyle/>
          <a:p>
            <a:r>
              <a:rPr lang="en-US" dirty="0"/>
              <a:t>View Content in my channel/RSS view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F4F844-EB23-0ACC-5141-282AFB7676CF}"/>
              </a:ext>
            </a:extLst>
          </p:cNvPr>
          <p:cNvSpPr/>
          <p:nvPr/>
        </p:nvSpPr>
        <p:spPr>
          <a:xfrm>
            <a:off x="1184988" y="1252150"/>
            <a:ext cx="6811347" cy="5437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860594-FF20-C748-5257-1EA7F2B8D6C5}"/>
              </a:ext>
            </a:extLst>
          </p:cNvPr>
          <p:cNvSpPr/>
          <p:nvPr/>
        </p:nvSpPr>
        <p:spPr>
          <a:xfrm>
            <a:off x="2132043" y="1492196"/>
            <a:ext cx="4917233" cy="20060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Item 1 , click to expand</a:t>
            </a:r>
            <a:endParaRPr lang="en-IL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FA0BC2-E1D6-8265-F538-05F5CC695816}"/>
              </a:ext>
            </a:extLst>
          </p:cNvPr>
          <p:cNvSpPr/>
          <p:nvPr/>
        </p:nvSpPr>
        <p:spPr>
          <a:xfrm>
            <a:off x="2132044" y="3767897"/>
            <a:ext cx="4917233" cy="17466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Item 2 , click to expand</a:t>
            </a:r>
            <a:endParaRPr lang="en-IL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B2887AD-BD4C-AA75-0DDB-CE4327A42142}"/>
              </a:ext>
            </a:extLst>
          </p:cNvPr>
          <p:cNvSpPr/>
          <p:nvPr/>
        </p:nvSpPr>
        <p:spPr>
          <a:xfrm>
            <a:off x="3170853" y="5857163"/>
            <a:ext cx="2925147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Infinite scroll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6831479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526622-186D-3156-CAB8-92D6E045A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E5DB23-F525-0BA3-7D24-DC19EF1A7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4974326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CC38-FD4E-B6DE-EF2B-8793DB495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 Config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ACCEF-6E90-A21B-A3D3-7E09D0FFCB9B}"/>
              </a:ext>
            </a:extLst>
          </p:cNvPr>
          <p:cNvSpPr/>
          <p:nvPr/>
        </p:nvSpPr>
        <p:spPr>
          <a:xfrm>
            <a:off x="1763485" y="1690688"/>
            <a:ext cx="6913983" cy="44600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03E545-B918-F316-8674-75D568689902}"/>
              </a:ext>
            </a:extLst>
          </p:cNvPr>
          <p:cNvSpPr/>
          <p:nvPr/>
        </p:nvSpPr>
        <p:spPr>
          <a:xfrm>
            <a:off x="2127379" y="1987420"/>
            <a:ext cx="2043404" cy="24912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Subscribed Channels with cost and statistics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71154-EAFC-E5D2-205D-D6A713792836}"/>
              </a:ext>
            </a:extLst>
          </p:cNvPr>
          <p:cNvSpPr/>
          <p:nvPr/>
        </p:nvSpPr>
        <p:spPr>
          <a:xfrm>
            <a:off x="4348065" y="2135302"/>
            <a:ext cx="1268964" cy="522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Drop selected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CC3323-CB60-9D0F-FF67-496A50FB712C}"/>
              </a:ext>
            </a:extLst>
          </p:cNvPr>
          <p:cNvSpPr/>
          <p:nvPr/>
        </p:nvSpPr>
        <p:spPr>
          <a:xfrm>
            <a:off x="4348065" y="2841173"/>
            <a:ext cx="1268964" cy="522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from catalogue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BD3860-7745-264A-AD8F-018D774358E6}"/>
              </a:ext>
            </a:extLst>
          </p:cNvPr>
          <p:cNvSpPr/>
          <p:nvPr/>
        </p:nvSpPr>
        <p:spPr>
          <a:xfrm>
            <a:off x="4348065" y="3547044"/>
            <a:ext cx="1268964" cy="522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 selected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AA9621-BE52-16B4-4E13-6A19B3D75C25}"/>
              </a:ext>
            </a:extLst>
          </p:cNvPr>
          <p:cNvSpPr/>
          <p:nvPr/>
        </p:nvSpPr>
        <p:spPr>
          <a:xfrm>
            <a:off x="6018245" y="2135302"/>
            <a:ext cx="2379306" cy="2166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Financials</a:t>
            </a:r>
          </a:p>
          <a:p>
            <a:pPr algn="ctr"/>
            <a:r>
              <a:rPr lang="en-US" dirty="0"/>
              <a:t>Current credit</a:t>
            </a:r>
          </a:p>
          <a:p>
            <a:pPr algn="ctr"/>
            <a:r>
              <a:rPr lang="en-US" dirty="0"/>
              <a:t>Last usage</a:t>
            </a:r>
          </a:p>
          <a:p>
            <a:pPr algn="ctr"/>
            <a:r>
              <a:rPr lang="en-US" dirty="0"/>
              <a:t>Daily limits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8376037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1BAC5E-9B63-0E31-FA47-251B3183E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Roadmap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B686B-46E2-75BA-8C20-A9E7260CA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681161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FE5CA3-43D5-CA0F-61A3-47960CFE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MVP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8769EC-0CF1-3E22-E573-540FD0CAC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175" y="1690688"/>
            <a:ext cx="10515600" cy="460942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P1: Desktop: initial development and test</a:t>
            </a:r>
          </a:p>
          <a:p>
            <a:pPr lvl="1"/>
            <a:r>
              <a:rPr lang="en-US" dirty="0"/>
              <a:t>Local MySQL + file storage</a:t>
            </a:r>
          </a:p>
          <a:p>
            <a:pPr lvl="1"/>
            <a:r>
              <a:rPr lang="en-US" dirty="0"/>
              <a:t>API as python classes/objects</a:t>
            </a:r>
          </a:p>
          <a:p>
            <a:pPr lvl="1"/>
            <a:r>
              <a:rPr lang="en-US" dirty="0"/>
              <a:t>Deamon python class</a:t>
            </a:r>
          </a:p>
          <a:p>
            <a:pPr lvl="1"/>
            <a:r>
              <a:rPr lang="en-US" dirty="0"/>
              <a:t>Simple queue as python class</a:t>
            </a:r>
          </a:p>
          <a:p>
            <a:pPr lvl="1"/>
            <a:r>
              <a:rPr lang="en-US" dirty="0"/>
              <a:t>Callback (interactive content) via function sub</a:t>
            </a:r>
          </a:p>
          <a:p>
            <a:pPr lvl="1"/>
            <a:r>
              <a:rPr lang="en-US" dirty="0"/>
              <a:t>Command-line python controller/unit tests</a:t>
            </a:r>
          </a:p>
          <a:p>
            <a:pPr lvl="1"/>
            <a:endParaRPr lang="en-US" dirty="0"/>
          </a:p>
          <a:p>
            <a:r>
              <a:rPr lang="en-US" dirty="0"/>
              <a:t>P2: Cloud Migration: scale out and RSS publish</a:t>
            </a:r>
          </a:p>
          <a:p>
            <a:pPr lvl="1"/>
            <a:r>
              <a:rPr lang="en-US" dirty="0"/>
              <a:t>Cloud infra provisioning</a:t>
            </a:r>
          </a:p>
          <a:p>
            <a:pPr lvl="1"/>
            <a:r>
              <a:rPr lang="en-US" dirty="0"/>
              <a:t>Managed SQL/S3 storage</a:t>
            </a:r>
          </a:p>
          <a:p>
            <a:pPr lvl="1"/>
            <a:r>
              <a:rPr lang="en-US" dirty="0"/>
              <a:t>Wrap classes into lambda services with rest</a:t>
            </a:r>
          </a:p>
          <a:p>
            <a:pPr lvl="1"/>
            <a:r>
              <a:rPr lang="en-US" dirty="0"/>
              <a:t>Re-implement scalable queue </a:t>
            </a:r>
          </a:p>
          <a:p>
            <a:pPr lvl="1"/>
            <a:r>
              <a:rPr lang="en-US" dirty="0"/>
              <a:t>Add authentication</a:t>
            </a:r>
          </a:p>
          <a:p>
            <a:pPr lvl="1"/>
            <a:r>
              <a:rPr lang="en-US" dirty="0"/>
              <a:t>REST callbacks? (no idea)</a:t>
            </a:r>
          </a:p>
          <a:p>
            <a:pPr lvl="1"/>
            <a:r>
              <a:rPr lang="en-US" dirty="0"/>
              <a:t>Command-line unit tests via REST</a:t>
            </a:r>
          </a:p>
          <a:p>
            <a:pPr lvl="1"/>
            <a:endParaRPr lang="en-US" dirty="0"/>
          </a:p>
          <a:p>
            <a:r>
              <a:rPr lang="en-US" dirty="0"/>
              <a:t>P3: Add customer-facing layer</a:t>
            </a:r>
          </a:p>
          <a:p>
            <a:pPr lvl="1"/>
            <a:r>
              <a:rPr lang="en-US" dirty="0"/>
              <a:t>Web UI integration using APIs</a:t>
            </a:r>
          </a:p>
          <a:p>
            <a:pPr lvl="1"/>
            <a:r>
              <a:rPr lang="en-US" dirty="0"/>
              <a:t>RSS web server and publishing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6954835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9425-A3EF-37E3-F231-D0E42641E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P1 Tasks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1F00059-F13B-A788-A19C-4D53501C9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866533"/>
              </p:ext>
            </p:extLst>
          </p:nvPr>
        </p:nvGraphicFramePr>
        <p:xfrm>
          <a:off x="838200" y="1494106"/>
          <a:ext cx="9761896" cy="4945084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533919">
                  <a:extLst>
                    <a:ext uri="{9D8B030D-6E8A-4147-A177-3AD203B41FA5}">
                      <a16:colId xmlns:a16="http://schemas.microsoft.com/office/drawing/2014/main" val="1614575855"/>
                    </a:ext>
                  </a:extLst>
                </a:gridCol>
                <a:gridCol w="2780522">
                  <a:extLst>
                    <a:ext uri="{9D8B030D-6E8A-4147-A177-3AD203B41FA5}">
                      <a16:colId xmlns:a16="http://schemas.microsoft.com/office/drawing/2014/main" val="1837664567"/>
                    </a:ext>
                  </a:extLst>
                </a:gridCol>
                <a:gridCol w="3331029">
                  <a:extLst>
                    <a:ext uri="{9D8B030D-6E8A-4147-A177-3AD203B41FA5}">
                      <a16:colId xmlns:a16="http://schemas.microsoft.com/office/drawing/2014/main" val="3237869850"/>
                    </a:ext>
                  </a:extLst>
                </a:gridCol>
                <a:gridCol w="3116426">
                  <a:extLst>
                    <a:ext uri="{9D8B030D-6E8A-4147-A177-3AD203B41FA5}">
                      <a16:colId xmlns:a16="http://schemas.microsoft.com/office/drawing/2014/main" val="2710620203"/>
                    </a:ext>
                  </a:extLst>
                </a:gridCol>
              </a:tblGrid>
              <a:tr h="384685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Subtask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194350"/>
                  </a:ext>
                </a:extLst>
              </a:tr>
              <a:tr h="28223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DB schema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324920"/>
                  </a:ext>
                </a:extLst>
              </a:tr>
              <a:tr h="28223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Fill with test/content(users, trans, feeds)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875373"/>
                  </a:ext>
                </a:extLst>
              </a:tr>
              <a:tr h="28223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Model API</a:t>
                      </a:r>
                      <a:endParaRPr lang="en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Add </a:t>
                      </a:r>
                      <a:r>
                        <a:rPr lang="en-US" b="1" dirty="0" err="1"/>
                        <a:t>OpenAI</a:t>
                      </a:r>
                      <a:r>
                        <a:rPr lang="en-US" b="1" dirty="0"/>
                        <a:t> text2image/text</a:t>
                      </a:r>
                      <a:endParaRPr lang="en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Sasha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096586"/>
                  </a:ext>
                </a:extLst>
              </a:tr>
              <a:tr h="28223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Model API</a:t>
                      </a:r>
                      <a:endParaRPr lang="en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Add AWS text2Speech</a:t>
                      </a:r>
                      <a:endParaRPr lang="en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Sasha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449973"/>
                  </a:ext>
                </a:extLst>
              </a:tr>
              <a:tr h="384639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Source API</a:t>
                      </a:r>
                      <a:endParaRPr lang="en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RSS</a:t>
                      </a:r>
                      <a:endParaRPr lang="en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33612"/>
                  </a:ext>
                </a:extLst>
              </a:tr>
              <a:tr h="28223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Source API</a:t>
                      </a:r>
                      <a:endParaRPr lang="en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Twitter</a:t>
                      </a:r>
                      <a:endParaRPr lang="en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908135"/>
                  </a:ext>
                </a:extLst>
              </a:tr>
              <a:tr h="28223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 API/Class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 class and unit test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083474"/>
                  </a:ext>
                </a:extLst>
              </a:tr>
              <a:tr h="28223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Provisioning API/Class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 class and unit test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25749"/>
                  </a:ext>
                </a:extLst>
              </a:tr>
              <a:tr h="28223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Transaction API/Class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 class and unit test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587157"/>
                  </a:ext>
                </a:extLst>
              </a:tr>
              <a:tr h="28223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Wallet API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Implement class and unit test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228728"/>
                  </a:ext>
                </a:extLst>
              </a:tr>
              <a:tr h="28223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API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Implement class and unit test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810490"/>
                  </a:ext>
                </a:extLst>
              </a:tr>
              <a:tr h="28223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 Queue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Implement class and unit test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650953"/>
                  </a:ext>
                </a:extLst>
              </a:tr>
              <a:tr h="28223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Generation API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Implement class and unit test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773844"/>
                  </a:ext>
                </a:extLst>
              </a:tr>
              <a:tr h="479791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Generation Deamon</a:t>
                      </a:r>
                      <a:endParaRPr lang="en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Implement class and unit test</a:t>
                      </a:r>
                      <a:endParaRPr lang="en-IL" dirty="0"/>
                    </a:p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677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60899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8DC7-A178-91DA-FEE9-2D09E9543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191CD-C3E6-3549-339D-8AC5A75A3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Ignore edge cases and issues</a:t>
            </a:r>
          </a:p>
          <a:p>
            <a:pPr lvl="1"/>
            <a:r>
              <a:rPr lang="en-US" dirty="0"/>
              <a:t>Keep track of assumptions and simplification made</a:t>
            </a:r>
          </a:p>
          <a:p>
            <a:pPr marL="571500" lvl="1" indent="0">
              <a:buNone/>
            </a:pPr>
            <a:endParaRPr lang="en-US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8221488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A80A5-272B-070D-9661-A91E05CF8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Open-source 3</a:t>
            </a:r>
            <a:r>
              <a:rPr lang="en-US" baseline="30000" dirty="0"/>
              <a:t>rd</a:t>
            </a:r>
            <a:r>
              <a:rPr lang="en-US" dirty="0"/>
              <a:t> party components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49FEC-AAFE-8D46-C850-C1586236F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</a:t>
            </a:r>
          </a:p>
          <a:p>
            <a:pPr lvl="1"/>
            <a:r>
              <a:rPr lang="en-US" dirty="0"/>
              <a:t>RSS web server (https://tt-rss.org/)</a:t>
            </a:r>
          </a:p>
          <a:p>
            <a:pPr lvl="1"/>
            <a:r>
              <a:rPr lang="en-US" dirty="0"/>
              <a:t>Open-source model hosting /as a service/REST (https://gpt4all.io/)</a:t>
            </a:r>
          </a:p>
          <a:p>
            <a:pPr lvl="1"/>
            <a:r>
              <a:rPr lang="en-US" dirty="0"/>
              <a:t>Uniform API for IM/Social platform messaging</a:t>
            </a:r>
          </a:p>
          <a:p>
            <a:pPr lvl="2"/>
            <a:r>
              <a:rPr lang="en-US" dirty="0"/>
              <a:t>Not exactly, but https://github.com/on2-dev/share-api-polyfill</a:t>
            </a:r>
          </a:p>
          <a:p>
            <a:pPr lvl="1"/>
            <a:r>
              <a:rPr lang="en-US" dirty="0"/>
              <a:t>Uniform API for payments and billing https://stripe.com/en-gb-us</a:t>
            </a:r>
          </a:p>
          <a:p>
            <a:pPr lvl="1"/>
            <a:endParaRPr lang="en-US" dirty="0"/>
          </a:p>
          <a:p>
            <a:r>
              <a:rPr lang="en-US" dirty="0"/>
              <a:t>External connectors:</a:t>
            </a:r>
          </a:p>
          <a:p>
            <a:pPr lvl="1"/>
            <a:r>
              <a:rPr lang="en-US" dirty="0"/>
              <a:t>Models: </a:t>
            </a:r>
            <a:r>
              <a:rPr lang="en-US" dirty="0" err="1"/>
              <a:t>OpenAI</a:t>
            </a:r>
            <a:r>
              <a:rPr lang="en-US" dirty="0"/>
              <a:t>/Stable/AWS/Google/</a:t>
            </a:r>
            <a:r>
              <a:rPr lang="en-US" dirty="0" err="1"/>
              <a:t>Midjourney</a:t>
            </a:r>
            <a:endParaRPr lang="en-US" dirty="0"/>
          </a:p>
          <a:p>
            <a:pPr lvl="1"/>
            <a:r>
              <a:rPr lang="en-US" dirty="0"/>
              <a:t>Sources : RSS/Twitter/Facebook/Location/…..</a:t>
            </a:r>
          </a:p>
        </p:txBody>
      </p:sp>
    </p:spTree>
    <p:extLst>
      <p:ext uri="{BB962C8B-B14F-4D97-AF65-F5344CB8AC3E}">
        <p14:creationId xmlns:p14="http://schemas.microsoft.com/office/powerpoint/2010/main" val="90598592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05E809-3304-1971-AF65-7C53DE25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Generation Graph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6314D-E5B2-A5C3-0BF2-CDA9B68E1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3656495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4B32DD-C8F8-1D5D-BD8E-9EED6B93F9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1232" b="6351"/>
          <a:stretch/>
        </p:blipFill>
        <p:spPr>
          <a:xfrm>
            <a:off x="-101062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4635D5-0475-612E-F944-ED13304FC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1" y="103868"/>
            <a:ext cx="6567137" cy="8559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Computational graphs</a:t>
            </a:r>
            <a:endParaRPr lang="en-IL" dirty="0">
              <a:solidFill>
                <a:srgbClr val="FFFFFF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2B79CBA-357D-BE16-6FF5-6D4454F76A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9728248"/>
              </p:ext>
            </p:extLst>
          </p:nvPr>
        </p:nvGraphicFramePr>
        <p:xfrm>
          <a:off x="186612" y="1166326"/>
          <a:ext cx="11550520" cy="5485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8680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C185-5092-07C9-06C0-60050E66E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/>
              <a:t>Content Generation Graph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9433C-ED68-B3A8-0B81-C75F2E59C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70008"/>
            <a:ext cx="10962736" cy="460695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graph structure consists of “GENERATOR” nodes</a:t>
            </a:r>
          </a:p>
          <a:p>
            <a:pPr lvl="1"/>
            <a:r>
              <a:rPr lang="en-US" dirty="0"/>
              <a:t>Consume and produce </a:t>
            </a:r>
            <a:r>
              <a:rPr lang="en-US" b="1" dirty="0"/>
              <a:t>document feeds</a:t>
            </a:r>
          </a:p>
          <a:p>
            <a:pPr lvl="1"/>
            <a:r>
              <a:rPr lang="en-US" dirty="0"/>
              <a:t>Calls a </a:t>
            </a:r>
            <a:r>
              <a:rPr lang="en-US" b="1" dirty="0"/>
              <a:t>parametrized transformer</a:t>
            </a:r>
          </a:p>
          <a:p>
            <a:pPr lvl="1"/>
            <a:r>
              <a:rPr lang="en-US" dirty="0"/>
              <a:t>Same transformer can be used in different generator nodes</a:t>
            </a:r>
          </a:p>
          <a:p>
            <a:pPr lvl="2"/>
            <a:r>
              <a:rPr lang="en-US" dirty="0"/>
              <a:t>Different input/output feeds</a:t>
            </a:r>
          </a:p>
          <a:p>
            <a:pPr lvl="2"/>
            <a:r>
              <a:rPr lang="en-US" dirty="0"/>
              <a:t>Different parameters</a:t>
            </a:r>
          </a:p>
          <a:p>
            <a:pPr lvl="1"/>
            <a:r>
              <a:rPr lang="en-US" dirty="0"/>
              <a:t>In UI generator concept is not exposed  and generators are represented by their output feed feed</a:t>
            </a:r>
          </a:p>
          <a:p>
            <a:pPr lvl="2"/>
            <a:endParaRPr lang="en-US" dirty="0"/>
          </a:p>
          <a:p>
            <a:r>
              <a:rPr lang="en-US" dirty="0"/>
              <a:t>A transformer</a:t>
            </a:r>
          </a:p>
          <a:p>
            <a:pPr lvl="1"/>
            <a:r>
              <a:rPr lang="en-US" dirty="0"/>
              <a:t>Reusable and parametrized procedure for transforming input feeds into output feeds</a:t>
            </a:r>
          </a:p>
          <a:p>
            <a:pPr lvl="1"/>
            <a:r>
              <a:rPr lang="en-US" dirty="0"/>
              <a:t>Can call other (children) transformers with parameters </a:t>
            </a:r>
          </a:p>
          <a:p>
            <a:pPr lvl="1"/>
            <a:r>
              <a:rPr lang="en-US" dirty="0"/>
              <a:t>Atomic transformers: model, source, adapter</a:t>
            </a:r>
          </a:p>
          <a:p>
            <a:pPr lvl="1"/>
            <a:endParaRPr lang="en-US" dirty="0"/>
          </a:p>
          <a:p>
            <a:r>
              <a:rPr lang="en-US" dirty="0"/>
              <a:t>Graph is gradually built by</a:t>
            </a:r>
          </a:p>
          <a:p>
            <a:pPr lvl="1"/>
            <a:r>
              <a:rPr lang="en-US" dirty="0"/>
              <a:t>Defining new transformers from existing</a:t>
            </a:r>
          </a:p>
          <a:p>
            <a:pPr lvl="1"/>
            <a:r>
              <a:rPr lang="en-US" dirty="0"/>
              <a:t>Defining and attaching new generator nodes</a:t>
            </a:r>
          </a:p>
          <a:p>
            <a:pPr lvl="1"/>
            <a:r>
              <a:rPr lang="en-US" dirty="0"/>
              <a:t>Modifying existing generators or transformers 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1100757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183BD-246D-D407-B979-54E11A4A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Documents, Feeds and Streams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4613E-BFB7-4EB5-E169-C98D67257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6221" y="1871843"/>
            <a:ext cx="10703943" cy="44862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Document is a basic content element</a:t>
            </a:r>
          </a:p>
          <a:p>
            <a:pPr lvl="1"/>
            <a:r>
              <a:rPr lang="en-US" dirty="0"/>
              <a:t>A collected of named and typed fields</a:t>
            </a:r>
          </a:p>
          <a:p>
            <a:pPr lvl="1"/>
            <a:r>
              <a:rPr lang="en-US" dirty="0"/>
              <a:t>Can be rendered in various format by publisher</a:t>
            </a:r>
          </a:p>
          <a:p>
            <a:pPr lvl="1"/>
            <a:endParaRPr lang="en-US" dirty="0"/>
          </a:p>
          <a:p>
            <a:r>
              <a:rPr lang="en-US" dirty="0"/>
              <a:t>Feed is a generator’s connection point</a:t>
            </a:r>
          </a:p>
          <a:p>
            <a:pPr lvl="1"/>
            <a:r>
              <a:rPr lang="en-US" dirty="0"/>
              <a:t>Input feed/Output feed</a:t>
            </a:r>
          </a:p>
          <a:p>
            <a:pPr lvl="1"/>
            <a:r>
              <a:rPr lang="en-US" dirty="0"/>
              <a:t>Internally , also used as a placeholder of intermediate transformer steps</a:t>
            </a:r>
          </a:p>
          <a:p>
            <a:pPr lvl="1"/>
            <a:endParaRPr lang="en-US" dirty="0"/>
          </a:p>
          <a:p>
            <a:r>
              <a:rPr lang="en-US" dirty="0"/>
              <a:t>Stream includes document defined by unique processing steps</a:t>
            </a:r>
          </a:p>
          <a:p>
            <a:pPr lvl="1"/>
            <a:r>
              <a:rPr lang="en-US" dirty="0"/>
              <a:t>Some feeds might correspond to the same streams</a:t>
            </a:r>
          </a:p>
          <a:p>
            <a:pPr lvl="1"/>
            <a:r>
              <a:rPr lang="en-US" dirty="0"/>
              <a:t>Document belong to a single stream, feeds are mapped to a stream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5016922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7D20E-8C97-91AD-C425-417D279A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62387" cy="1325563"/>
          </a:xfrm>
        </p:spPr>
        <p:txBody>
          <a:bodyPr/>
          <a:lstStyle/>
          <a:p>
            <a:r>
              <a:rPr lang="en-US" b="1" dirty="0"/>
              <a:t>Atomic Transformers</a:t>
            </a:r>
            <a:r>
              <a:rPr lang="en-US" dirty="0"/>
              <a:t>: Adapter/Model/Source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9C64D4-0F9D-699D-9F52-3BF4A8DAF127}"/>
              </a:ext>
            </a:extLst>
          </p:cNvPr>
          <p:cNvSpPr/>
          <p:nvPr/>
        </p:nvSpPr>
        <p:spPr>
          <a:xfrm>
            <a:off x="3648269" y="2252631"/>
            <a:ext cx="3837992" cy="994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Adapter Transformer</a:t>
            </a:r>
          </a:p>
          <a:p>
            <a:pPr algn="ctr"/>
            <a:r>
              <a:rPr lang="en-US" dirty="0"/>
              <a:t>Rename and reformat document fields</a:t>
            </a:r>
            <a:endParaRPr lang="en-IL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C39E67-0C86-0328-5200-7CE2189D80A2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399592" y="2749840"/>
            <a:ext cx="224867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CFBA69-8E65-1C75-16B2-148972E3B183}"/>
              </a:ext>
            </a:extLst>
          </p:cNvPr>
          <p:cNvSpPr txBox="1"/>
          <p:nvPr/>
        </p:nvSpPr>
        <p:spPr>
          <a:xfrm>
            <a:off x="1670179" y="2213198"/>
            <a:ext cx="1707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Feed Placeholder</a:t>
            </a:r>
            <a:endParaRPr lang="en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A6FACC-F78E-B964-0714-E88CF624B278}"/>
              </a:ext>
            </a:extLst>
          </p:cNvPr>
          <p:cNvCxnSpPr/>
          <p:nvPr/>
        </p:nvCxnSpPr>
        <p:spPr>
          <a:xfrm>
            <a:off x="7486261" y="2775851"/>
            <a:ext cx="224867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9A204A6-B852-88E2-C5AA-1CF081B3394E}"/>
              </a:ext>
            </a:extLst>
          </p:cNvPr>
          <p:cNvSpPr txBox="1"/>
          <p:nvPr/>
        </p:nvSpPr>
        <p:spPr>
          <a:xfrm>
            <a:off x="7756848" y="2252631"/>
            <a:ext cx="1707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Field Placeholder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5B2CDA-A6B6-35A6-CFDD-0587F71422CE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5567265" y="1800803"/>
            <a:ext cx="0" cy="4518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977EA6B-EF8C-0A98-7E21-11BD441D8601}"/>
              </a:ext>
            </a:extLst>
          </p:cNvPr>
          <p:cNvSpPr txBox="1"/>
          <p:nvPr/>
        </p:nvSpPr>
        <p:spPr>
          <a:xfrm>
            <a:off x="5673012" y="1841162"/>
            <a:ext cx="1707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 Placeholder</a:t>
            </a:r>
            <a:endParaRPr lang="en-IL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98B208-69BC-1525-4AC5-828A2CC0F32A}"/>
              </a:ext>
            </a:extLst>
          </p:cNvPr>
          <p:cNvSpPr/>
          <p:nvPr/>
        </p:nvSpPr>
        <p:spPr>
          <a:xfrm>
            <a:off x="3648269" y="3825228"/>
            <a:ext cx="3837992" cy="994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Model Transformer</a:t>
            </a:r>
          </a:p>
          <a:p>
            <a:pPr algn="ctr"/>
            <a:r>
              <a:rPr lang="en-US" dirty="0"/>
              <a:t>Call Model API</a:t>
            </a:r>
            <a:endParaRPr lang="en-IL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07B9C8-2BB7-DD9A-E7CA-BD16E3EFA50C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399592" y="4322437"/>
            <a:ext cx="224867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61EDB93-C8C9-4327-4FA6-D398F6A60E11}"/>
              </a:ext>
            </a:extLst>
          </p:cNvPr>
          <p:cNvSpPr txBox="1"/>
          <p:nvPr/>
        </p:nvSpPr>
        <p:spPr>
          <a:xfrm>
            <a:off x="1586205" y="3697797"/>
            <a:ext cx="1707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Feed Placeholder</a:t>
            </a:r>
            <a:endParaRPr lang="en-IL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D48B1B3-D6D3-DF8F-9B96-CDF91B8F407F}"/>
              </a:ext>
            </a:extLst>
          </p:cNvPr>
          <p:cNvCxnSpPr/>
          <p:nvPr/>
        </p:nvCxnSpPr>
        <p:spPr>
          <a:xfrm>
            <a:off x="7486261" y="4348448"/>
            <a:ext cx="224867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E600EA-778F-7F59-77F4-BDD088D93527}"/>
              </a:ext>
            </a:extLst>
          </p:cNvPr>
          <p:cNvSpPr txBox="1"/>
          <p:nvPr/>
        </p:nvSpPr>
        <p:spPr>
          <a:xfrm>
            <a:off x="7756848" y="3825228"/>
            <a:ext cx="1707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Field Placeholder</a:t>
            </a:r>
            <a:endParaRPr lang="en-IL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765157-759E-4FFF-D930-21B75D9B2E93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5567265" y="3461646"/>
            <a:ext cx="0" cy="3635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6B762E9-2E72-AD40-04A6-3B91DAE82221}"/>
              </a:ext>
            </a:extLst>
          </p:cNvPr>
          <p:cNvSpPr txBox="1"/>
          <p:nvPr/>
        </p:nvSpPr>
        <p:spPr>
          <a:xfrm>
            <a:off x="5778759" y="3543909"/>
            <a:ext cx="1707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 Placeholder</a:t>
            </a:r>
            <a:endParaRPr lang="en-IL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D0FF42-32CD-873B-36BE-469B90C08BE0}"/>
              </a:ext>
            </a:extLst>
          </p:cNvPr>
          <p:cNvSpPr/>
          <p:nvPr/>
        </p:nvSpPr>
        <p:spPr>
          <a:xfrm>
            <a:off x="3642048" y="5432911"/>
            <a:ext cx="3837992" cy="994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Source Transformer</a:t>
            </a:r>
          </a:p>
          <a:p>
            <a:pPr algn="ctr"/>
            <a:r>
              <a:rPr lang="en-US" dirty="0"/>
              <a:t>Call source API and format into docs</a:t>
            </a:r>
            <a:endParaRPr lang="en-IL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6242BC6-80C8-ADB0-14CF-E302BA288A46}"/>
              </a:ext>
            </a:extLst>
          </p:cNvPr>
          <p:cNvCxnSpPr/>
          <p:nvPr/>
        </p:nvCxnSpPr>
        <p:spPr>
          <a:xfrm>
            <a:off x="7480040" y="5956131"/>
            <a:ext cx="224867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2FCEE5C-A2E6-F30E-6825-6A6D58139239}"/>
              </a:ext>
            </a:extLst>
          </p:cNvPr>
          <p:cNvSpPr txBox="1"/>
          <p:nvPr/>
        </p:nvSpPr>
        <p:spPr>
          <a:xfrm>
            <a:off x="7750627" y="5432911"/>
            <a:ext cx="1707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Field Placeholder</a:t>
            </a:r>
            <a:endParaRPr lang="en-IL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ACE4710-7C44-B10C-0DE7-92AFD44279FF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5561044" y="5069329"/>
            <a:ext cx="0" cy="3635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1C9730B-3A5C-753E-72C1-3D8498CA5B8B}"/>
              </a:ext>
            </a:extLst>
          </p:cNvPr>
          <p:cNvSpPr txBox="1"/>
          <p:nvPr/>
        </p:nvSpPr>
        <p:spPr>
          <a:xfrm>
            <a:off x="5772538" y="5011630"/>
            <a:ext cx="1707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 Placeholder</a:t>
            </a:r>
            <a:endParaRPr lang="en-IL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79A3DE-C21A-0564-78C3-2396511D6FFA}"/>
              </a:ext>
            </a:extLst>
          </p:cNvPr>
          <p:cNvCxnSpPr>
            <a:cxnSpLocks/>
          </p:cNvCxnSpPr>
          <p:nvPr/>
        </p:nvCxnSpPr>
        <p:spPr>
          <a:xfrm>
            <a:off x="1433803" y="5944047"/>
            <a:ext cx="224867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DFB841F-A039-EDD0-8BE6-DDB6FC9C26F1}"/>
              </a:ext>
            </a:extLst>
          </p:cNvPr>
          <p:cNvSpPr txBox="1"/>
          <p:nvPr/>
        </p:nvSpPr>
        <p:spPr>
          <a:xfrm>
            <a:off x="1620416" y="5319407"/>
            <a:ext cx="1707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 format input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8482985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EE00-8734-074C-8650-0D61D018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06" y="233574"/>
            <a:ext cx="4492690" cy="1017650"/>
          </a:xfrm>
        </p:spPr>
        <p:txBody>
          <a:bodyPr>
            <a:normAutofit/>
          </a:bodyPr>
          <a:lstStyle/>
          <a:p>
            <a:r>
              <a:rPr lang="en-US" sz="3200" b="1" dirty="0"/>
              <a:t>Generic Transformer</a:t>
            </a:r>
            <a:endParaRPr lang="en-IL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913A23-E86D-8D89-E366-A6D629F11822}"/>
              </a:ext>
            </a:extLst>
          </p:cNvPr>
          <p:cNvSpPr/>
          <p:nvPr/>
        </p:nvSpPr>
        <p:spPr>
          <a:xfrm>
            <a:off x="2332654" y="2197359"/>
            <a:ext cx="7749868" cy="35269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26404A-D6D7-70EC-AC37-716687996950}"/>
              </a:ext>
            </a:extLst>
          </p:cNvPr>
          <p:cNvSpPr/>
          <p:nvPr/>
        </p:nvSpPr>
        <p:spPr>
          <a:xfrm>
            <a:off x="2704702" y="2486607"/>
            <a:ext cx="7045786" cy="11103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Configuration processor</a:t>
            </a:r>
            <a:endParaRPr lang="en-I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293087-3124-6098-2FBB-FF7DC8792689}"/>
              </a:ext>
            </a:extLst>
          </p:cNvPr>
          <p:cNvSpPr/>
          <p:nvPr/>
        </p:nvSpPr>
        <p:spPr>
          <a:xfrm>
            <a:off x="2704702" y="4633125"/>
            <a:ext cx="1629273" cy="72415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  Transformer 1 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C502A0-BC05-2F89-4919-A99939254E9D}"/>
              </a:ext>
            </a:extLst>
          </p:cNvPr>
          <p:cNvCxnSpPr>
            <a:cxnSpLocks/>
          </p:cNvCxnSpPr>
          <p:nvPr/>
        </p:nvCxnSpPr>
        <p:spPr>
          <a:xfrm>
            <a:off x="6501110" y="1144225"/>
            <a:ext cx="0" cy="10531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4AE598A-1FAC-F05F-6BF0-BE6BD6291F91}"/>
              </a:ext>
            </a:extLst>
          </p:cNvPr>
          <p:cNvSpPr txBox="1"/>
          <p:nvPr/>
        </p:nvSpPr>
        <p:spPr>
          <a:xfrm>
            <a:off x="490528" y="4416418"/>
            <a:ext cx="1625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Feed Placeholder</a:t>
            </a:r>
            <a:endParaRPr lang="en-I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2FA8EA-41E7-2EF0-D778-1BBA117F6D4E}"/>
              </a:ext>
            </a:extLst>
          </p:cNvPr>
          <p:cNvSpPr txBox="1"/>
          <p:nvPr/>
        </p:nvSpPr>
        <p:spPr>
          <a:xfrm>
            <a:off x="10154932" y="4412577"/>
            <a:ext cx="1705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Feed Placeholder</a:t>
            </a:r>
            <a:endParaRPr lang="en-IL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2D109A7-95F4-F924-DF8C-EC4A4526A5BC}"/>
              </a:ext>
            </a:extLst>
          </p:cNvPr>
          <p:cNvCxnSpPr>
            <a:cxnSpLocks/>
          </p:cNvCxnSpPr>
          <p:nvPr/>
        </p:nvCxnSpPr>
        <p:spPr>
          <a:xfrm>
            <a:off x="423369" y="4975306"/>
            <a:ext cx="228133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CF8625A-8123-24F4-80D2-6A42191553E6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4355380" y="2760909"/>
            <a:ext cx="1036175" cy="270825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8EA162C-C9D6-EB64-5D15-80E76873C32C}"/>
              </a:ext>
            </a:extLst>
          </p:cNvPr>
          <p:cNvSpPr/>
          <p:nvPr/>
        </p:nvSpPr>
        <p:spPr>
          <a:xfrm>
            <a:off x="5181603" y="2712922"/>
            <a:ext cx="2670100" cy="60464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Configuration</a:t>
            </a:r>
            <a:endParaRPr lang="en-IL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97E9395-A87E-BDB3-3CFC-D6ABB37FF4A2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9461370" y="4975306"/>
            <a:ext cx="2225653" cy="1989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2F04F44-381F-C90A-91ED-8EAFED6D5EAA}"/>
              </a:ext>
            </a:extLst>
          </p:cNvPr>
          <p:cNvCxnSpPr>
            <a:cxnSpLocks/>
            <a:stCxn id="8" idx="3"/>
            <a:endCxn id="109" idx="1"/>
          </p:cNvCxnSpPr>
          <p:nvPr/>
        </p:nvCxnSpPr>
        <p:spPr>
          <a:xfrm>
            <a:off x="4333975" y="4995201"/>
            <a:ext cx="1094648" cy="169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C4834E8-1B8C-1C89-4451-82F0ACB4D4E2}"/>
              </a:ext>
            </a:extLst>
          </p:cNvPr>
          <p:cNvSpPr/>
          <p:nvPr/>
        </p:nvSpPr>
        <p:spPr>
          <a:xfrm>
            <a:off x="7832097" y="4603777"/>
            <a:ext cx="1629273" cy="78284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  Transformer 3</a:t>
            </a:r>
            <a:endParaRPr lang="en-IL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E00118-1C07-F59C-9F0F-EBC9617F930F}"/>
              </a:ext>
            </a:extLst>
          </p:cNvPr>
          <p:cNvCxnSpPr>
            <a:cxnSpLocks/>
            <a:stCxn id="109" idx="3"/>
            <a:endCxn id="32" idx="1"/>
          </p:cNvCxnSpPr>
          <p:nvPr/>
        </p:nvCxnSpPr>
        <p:spPr>
          <a:xfrm flipV="1">
            <a:off x="7057896" y="4995201"/>
            <a:ext cx="774201" cy="169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6042176-C0E2-8F3D-DB71-A18E354145D1}"/>
              </a:ext>
            </a:extLst>
          </p:cNvPr>
          <p:cNvCxnSpPr>
            <a:cxnSpLocks/>
            <a:stCxn id="7" idx="2"/>
            <a:endCxn id="32" idx="0"/>
          </p:cNvCxnSpPr>
          <p:nvPr/>
        </p:nvCxnSpPr>
        <p:spPr>
          <a:xfrm rot="16200000" flipH="1">
            <a:off x="6933751" y="2890793"/>
            <a:ext cx="1006827" cy="241913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1B5B612-8EB2-867A-DBE5-E66C7F252E31}"/>
              </a:ext>
            </a:extLst>
          </p:cNvPr>
          <p:cNvSpPr/>
          <p:nvPr/>
        </p:nvSpPr>
        <p:spPr>
          <a:xfrm>
            <a:off x="5428623" y="4650084"/>
            <a:ext cx="1629273" cy="72415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  Transformer 2</a:t>
            </a:r>
            <a:endParaRPr lang="en-IL" dirty="0"/>
          </a:p>
        </p:txBody>
      </p: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7C714158-C8AD-C782-5D1D-C834996E441D}"/>
              </a:ext>
            </a:extLst>
          </p:cNvPr>
          <p:cNvCxnSpPr>
            <a:cxnSpLocks/>
            <a:endCxn id="109" idx="0"/>
          </p:cNvCxnSpPr>
          <p:nvPr/>
        </p:nvCxnSpPr>
        <p:spPr>
          <a:xfrm rot="5400000">
            <a:off x="5725176" y="4131996"/>
            <a:ext cx="1036173" cy="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BC450D48-5DD8-3BB3-D3EE-FA7D1036478B}"/>
              </a:ext>
            </a:extLst>
          </p:cNvPr>
          <p:cNvSpPr/>
          <p:nvPr/>
        </p:nvSpPr>
        <p:spPr>
          <a:xfrm>
            <a:off x="5508111" y="604681"/>
            <a:ext cx="1936885" cy="52258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Inbound Params Placeholder</a:t>
            </a:r>
            <a:endParaRPr lang="en-IL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16FD2AFF-909C-735A-65CE-6224ED89B181}"/>
              </a:ext>
            </a:extLst>
          </p:cNvPr>
          <p:cNvSpPr/>
          <p:nvPr/>
        </p:nvSpPr>
        <p:spPr>
          <a:xfrm>
            <a:off x="2979718" y="4121726"/>
            <a:ext cx="1079240" cy="28868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Params 1</a:t>
            </a:r>
            <a:endParaRPr lang="en-IL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DD00A9D5-E0B9-066C-2321-4E60F1181771}"/>
              </a:ext>
            </a:extLst>
          </p:cNvPr>
          <p:cNvSpPr/>
          <p:nvPr/>
        </p:nvSpPr>
        <p:spPr>
          <a:xfrm>
            <a:off x="5779263" y="4179944"/>
            <a:ext cx="1079240" cy="28868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Params 2</a:t>
            </a:r>
            <a:endParaRPr lang="en-IL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91B773B6-DF03-6B87-39B8-47FE9F814B3B}"/>
              </a:ext>
            </a:extLst>
          </p:cNvPr>
          <p:cNvSpPr/>
          <p:nvPr/>
        </p:nvSpPr>
        <p:spPr>
          <a:xfrm>
            <a:off x="8285388" y="4174966"/>
            <a:ext cx="1079240" cy="28868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Params 3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6270816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FD2C1-7873-D2AD-1EBD-0C8394933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040" y="152779"/>
            <a:ext cx="10515600" cy="664404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Generator Graph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6210FE-E0F3-BF2D-08CA-2C039BBFC988}"/>
              </a:ext>
            </a:extLst>
          </p:cNvPr>
          <p:cNvSpPr/>
          <p:nvPr/>
        </p:nvSpPr>
        <p:spPr>
          <a:xfrm>
            <a:off x="3548749" y="1390266"/>
            <a:ext cx="5402424" cy="202473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Generator Node 1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B5C09E-56D2-494E-FE06-F7429B7D64DC}"/>
              </a:ext>
            </a:extLst>
          </p:cNvPr>
          <p:cNvSpPr/>
          <p:nvPr/>
        </p:nvSpPr>
        <p:spPr>
          <a:xfrm>
            <a:off x="5381043" y="2212660"/>
            <a:ext cx="1987420" cy="5878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Parameters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69E6B4-88DF-642A-DEC6-018E26D71CF8}"/>
              </a:ext>
            </a:extLst>
          </p:cNvPr>
          <p:cNvSpPr txBox="1"/>
          <p:nvPr/>
        </p:nvSpPr>
        <p:spPr>
          <a:xfrm>
            <a:off x="1448584" y="1523973"/>
            <a:ext cx="2284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Feed(IF) from a single downstream node</a:t>
            </a:r>
            <a:endParaRPr lang="en-IL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16687C-73FC-6860-590E-E21171612081}"/>
              </a:ext>
            </a:extLst>
          </p:cNvPr>
          <p:cNvCxnSpPr>
            <a:cxnSpLocks/>
            <a:stCxn id="6" idx="2"/>
            <a:endCxn id="21" idx="0"/>
          </p:cNvCxnSpPr>
          <p:nvPr/>
        </p:nvCxnSpPr>
        <p:spPr>
          <a:xfrm>
            <a:off x="6374753" y="2800489"/>
            <a:ext cx="19833" cy="861766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CCD298-A61D-4709-5499-6903C9174B2C}"/>
              </a:ext>
            </a:extLst>
          </p:cNvPr>
          <p:cNvSpPr txBox="1"/>
          <p:nvPr/>
        </p:nvSpPr>
        <p:spPr>
          <a:xfrm>
            <a:off x="9497016" y="2048529"/>
            <a:ext cx="2308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Feed(OF) to multiple downstream node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124464C-7EA8-4D18-5C1B-237B86A12D0F}"/>
              </a:ext>
            </a:extLst>
          </p:cNvPr>
          <p:cNvCxnSpPr>
            <a:cxnSpLocks/>
          </p:cNvCxnSpPr>
          <p:nvPr/>
        </p:nvCxnSpPr>
        <p:spPr>
          <a:xfrm flipV="1">
            <a:off x="8946510" y="1203647"/>
            <a:ext cx="1904999" cy="119619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7B412D-8F49-4CDF-E323-553F4425B027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8951173" y="2402635"/>
            <a:ext cx="2100165" cy="8910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0965EF4-A78F-4EA5-12F7-EFB2CCC9E55B}"/>
              </a:ext>
            </a:extLst>
          </p:cNvPr>
          <p:cNvSpPr/>
          <p:nvPr/>
        </p:nvSpPr>
        <p:spPr>
          <a:xfrm>
            <a:off x="5337894" y="3662255"/>
            <a:ext cx="2113383" cy="6764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Transformer</a:t>
            </a:r>
            <a:endParaRPr lang="en-IL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E1B893B-7536-EA5C-B8B4-AF624949126B}"/>
              </a:ext>
            </a:extLst>
          </p:cNvPr>
          <p:cNvCxnSpPr>
            <a:cxnSpLocks/>
            <a:stCxn id="65" idx="3"/>
            <a:endCxn id="4" idx="1"/>
          </p:cNvCxnSpPr>
          <p:nvPr/>
        </p:nvCxnSpPr>
        <p:spPr>
          <a:xfrm flipV="1">
            <a:off x="1419798" y="2402635"/>
            <a:ext cx="2128951" cy="26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A660F23-4051-77F1-2D41-DBA5BD0DE687}"/>
              </a:ext>
            </a:extLst>
          </p:cNvPr>
          <p:cNvCxnSpPr>
            <a:cxnSpLocks/>
            <a:stCxn id="21" idx="3"/>
            <a:endCxn id="4" idx="3"/>
          </p:cNvCxnSpPr>
          <p:nvPr/>
        </p:nvCxnSpPr>
        <p:spPr>
          <a:xfrm flipV="1">
            <a:off x="7451277" y="2402635"/>
            <a:ext cx="1499896" cy="1597860"/>
          </a:xfrm>
          <a:prstGeom prst="bentConnector3">
            <a:avLst>
              <a:gd name="adj1" fmla="val 49300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73026CF0-E20C-9232-ABAF-27E02AB50C76}"/>
              </a:ext>
            </a:extLst>
          </p:cNvPr>
          <p:cNvSpPr/>
          <p:nvPr/>
        </p:nvSpPr>
        <p:spPr>
          <a:xfrm>
            <a:off x="3530087" y="4572979"/>
            <a:ext cx="5402424" cy="202473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Generator Node 2</a:t>
            </a:r>
            <a:endParaRPr lang="en-IL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B966BE-7101-B695-F1A3-F80C75166F31}"/>
              </a:ext>
            </a:extLst>
          </p:cNvPr>
          <p:cNvSpPr/>
          <p:nvPr/>
        </p:nvSpPr>
        <p:spPr>
          <a:xfrm>
            <a:off x="5396215" y="5249102"/>
            <a:ext cx="1987420" cy="5878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Parameters</a:t>
            </a:r>
            <a:endParaRPr lang="en-IL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FF519A-7539-F4F5-DBA2-ABB6130A0C7C}"/>
              </a:ext>
            </a:extLst>
          </p:cNvPr>
          <p:cNvSpPr txBox="1"/>
          <p:nvPr/>
        </p:nvSpPr>
        <p:spPr>
          <a:xfrm>
            <a:off x="1413022" y="4206765"/>
            <a:ext cx="2284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Feed(IF) from a single downstream node</a:t>
            </a:r>
            <a:endParaRPr lang="en-IL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7938A6C-55D6-D9AF-6CAE-253207ADED68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8932511" y="4814087"/>
            <a:ext cx="1903453" cy="7712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2B58F40-93CC-ABB9-E000-E583D1D339B6}"/>
              </a:ext>
            </a:extLst>
          </p:cNvPr>
          <p:cNvSpPr txBox="1"/>
          <p:nvPr/>
        </p:nvSpPr>
        <p:spPr>
          <a:xfrm>
            <a:off x="9497016" y="5281406"/>
            <a:ext cx="2308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Feed(OF) to multiple downstream node</a:t>
            </a:r>
            <a:endParaRPr lang="en-IL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FAA60EC-F0C4-3031-BB0E-664BA9C43653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8932511" y="5585348"/>
            <a:ext cx="2100165" cy="8910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4B6C748-5F1B-D8C3-9596-F5215A943A19}"/>
              </a:ext>
            </a:extLst>
          </p:cNvPr>
          <p:cNvCxnSpPr>
            <a:cxnSpLocks/>
            <a:stCxn id="66" idx="3"/>
            <a:endCxn id="36" idx="1"/>
          </p:cNvCxnSpPr>
          <p:nvPr/>
        </p:nvCxnSpPr>
        <p:spPr>
          <a:xfrm>
            <a:off x="1419798" y="5574519"/>
            <a:ext cx="2110289" cy="108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84A468D-22D7-C62D-74A3-CE528434D866}"/>
              </a:ext>
            </a:extLst>
          </p:cNvPr>
          <p:cNvCxnSpPr>
            <a:cxnSpLocks/>
            <a:stCxn id="21" idx="3"/>
            <a:endCxn id="36" idx="3"/>
          </p:cNvCxnSpPr>
          <p:nvPr/>
        </p:nvCxnSpPr>
        <p:spPr>
          <a:xfrm>
            <a:off x="7451277" y="4000495"/>
            <a:ext cx="1481234" cy="1584853"/>
          </a:xfrm>
          <a:prstGeom prst="bentConnector3">
            <a:avLst>
              <a:gd name="adj1" fmla="val 4740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34C8E87-A64D-275F-5D7B-0CD961CD5209}"/>
              </a:ext>
            </a:extLst>
          </p:cNvPr>
          <p:cNvCxnSpPr>
            <a:cxnSpLocks/>
            <a:stCxn id="38" idx="0"/>
            <a:endCxn id="21" idx="2"/>
          </p:cNvCxnSpPr>
          <p:nvPr/>
        </p:nvCxnSpPr>
        <p:spPr>
          <a:xfrm flipV="1">
            <a:off x="6389925" y="4338735"/>
            <a:ext cx="4661" cy="910367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0CABD7B1-8508-9E2D-7AAC-939FD867978E}"/>
              </a:ext>
            </a:extLst>
          </p:cNvPr>
          <p:cNvSpPr/>
          <p:nvPr/>
        </p:nvSpPr>
        <p:spPr>
          <a:xfrm>
            <a:off x="357651" y="1847497"/>
            <a:ext cx="1062147" cy="111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Generator</a:t>
            </a:r>
            <a:endParaRPr lang="en-IL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8BCF549-F7BD-DF1F-BB9F-6279DE9EFC14}"/>
              </a:ext>
            </a:extLst>
          </p:cNvPr>
          <p:cNvSpPr/>
          <p:nvPr/>
        </p:nvSpPr>
        <p:spPr>
          <a:xfrm>
            <a:off x="357651" y="5016779"/>
            <a:ext cx="1062147" cy="111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Generator</a:t>
            </a:r>
            <a:endParaRPr lang="en-IL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C928C53-67CF-5215-426C-E81E3C5E2A6C}"/>
              </a:ext>
            </a:extLst>
          </p:cNvPr>
          <p:cNvSpPr/>
          <p:nvPr/>
        </p:nvSpPr>
        <p:spPr>
          <a:xfrm>
            <a:off x="10877519" y="645907"/>
            <a:ext cx="1062147" cy="111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Generator</a:t>
            </a:r>
            <a:endParaRPr lang="en-IL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DE48A3C-8D77-53F5-C696-A0723B96FC7F}"/>
              </a:ext>
            </a:extLst>
          </p:cNvPr>
          <p:cNvSpPr/>
          <p:nvPr/>
        </p:nvSpPr>
        <p:spPr>
          <a:xfrm>
            <a:off x="11032676" y="2796614"/>
            <a:ext cx="1062147" cy="111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Generator</a:t>
            </a:r>
            <a:endParaRPr lang="en-IL" dirty="0"/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08174D77-0055-CEB8-9A48-F245BDDEA397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3505202" y="2415043"/>
            <a:ext cx="1832692" cy="1585452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A573AA37-2502-08E7-3C42-8CB4D0E321AD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3424335" y="4000495"/>
            <a:ext cx="1913559" cy="1584852"/>
          </a:xfrm>
          <a:prstGeom prst="bentConnector3">
            <a:avLst>
              <a:gd name="adj1" fmla="val 52438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73804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E8173-C0B8-0F71-531F-8C6B5F6C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Generators vs. Transformer Definition</a:t>
            </a:r>
            <a:endParaRPr lang="en-IL" dirty="0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D36BEEF-FC97-2E83-FF2B-A986BDC480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757246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976337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ACD0-17C9-0ECC-6727-2AFAA9CCF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Generator and Transformer API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94F27-E1F5-6461-17C2-1062C5D91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Generator API</a:t>
            </a:r>
            <a:r>
              <a:rPr lang="en-US" dirty="0"/>
              <a:t>: Generate (GID)</a:t>
            </a:r>
          </a:p>
          <a:p>
            <a:pPr lvl="1"/>
            <a:r>
              <a:rPr lang="en-US" dirty="0"/>
              <a:t>Call “Generate” on  input “generator ID”</a:t>
            </a:r>
          </a:p>
          <a:p>
            <a:pPr lvl="1"/>
            <a:r>
              <a:rPr lang="en-US" dirty="0"/>
              <a:t>Call “transformer ID” to transform “input feed ID” into “output deed ID” using configuration</a:t>
            </a:r>
          </a:p>
          <a:p>
            <a:pPr lvl="1"/>
            <a:endParaRPr lang="en-US" dirty="0"/>
          </a:p>
          <a:p>
            <a:r>
              <a:rPr lang="en-US" b="1" dirty="0"/>
              <a:t>Transformer API</a:t>
            </a:r>
            <a:r>
              <a:rPr lang="en-US" dirty="0"/>
              <a:t>: Transform (TID, Params, </a:t>
            </a:r>
            <a:r>
              <a:rPr lang="en-US" dirty="0" err="1"/>
              <a:t>inFID</a:t>
            </a:r>
            <a:r>
              <a:rPr lang="en-US" dirty="0"/>
              <a:t>, </a:t>
            </a:r>
            <a:r>
              <a:rPr lang="en-US" dirty="0" err="1"/>
              <a:t>outFID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Generate CHILD_PARAMS[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Generate </a:t>
            </a:r>
            <a:r>
              <a:rPr lang="en-US" b="1" dirty="0"/>
              <a:t>intermediate feeds </a:t>
            </a:r>
            <a:r>
              <a:rPr lang="en-US" dirty="0"/>
              <a:t>ids IN[</a:t>
            </a:r>
            <a:r>
              <a:rPr lang="en-US" dirty="0" err="1"/>
              <a:t>i</a:t>
            </a:r>
            <a:r>
              <a:rPr lang="en-US" dirty="0"/>
              <a:t>] and OUT[</a:t>
            </a:r>
            <a:r>
              <a:rPr lang="en-US" dirty="0" err="1"/>
              <a:t>i</a:t>
            </a:r>
            <a:r>
              <a:rPr lang="en-US" dirty="0"/>
              <a:t>] such that </a:t>
            </a:r>
            <a:r>
              <a:rPr lang="en-US" dirty="0" err="1"/>
              <a:t>inFID</a:t>
            </a:r>
            <a:r>
              <a:rPr lang="en-US" dirty="0"/>
              <a:t>=IN[0] and </a:t>
            </a:r>
            <a:r>
              <a:rPr lang="en-US" dirty="0" err="1"/>
              <a:t>outFID</a:t>
            </a:r>
            <a:r>
              <a:rPr lang="en-US" dirty="0"/>
              <a:t>=OUT[n] </a:t>
            </a:r>
          </a:p>
          <a:p>
            <a:pPr lvl="1"/>
            <a:r>
              <a:rPr lang="en-US" dirty="0"/>
              <a:t>Call Transform(CHILD[</a:t>
            </a:r>
            <a:r>
              <a:rPr lang="en-US" dirty="0" err="1"/>
              <a:t>i</a:t>
            </a:r>
            <a:r>
              <a:rPr lang="en-US" dirty="0"/>
              <a:t>], CHILD_PARAMS[</a:t>
            </a:r>
            <a:r>
              <a:rPr lang="en-US" dirty="0" err="1"/>
              <a:t>i</a:t>
            </a:r>
            <a:r>
              <a:rPr lang="en-US" dirty="0"/>
              <a:t>], IN[</a:t>
            </a:r>
            <a:r>
              <a:rPr lang="en-US" dirty="0" err="1"/>
              <a:t>i</a:t>
            </a:r>
            <a:r>
              <a:rPr lang="en-US" dirty="0"/>
              <a:t>], OUT[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pPr lvl="1"/>
            <a:endParaRPr lang="en-US" dirty="0"/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4606247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4F5F-A93E-26E6-D6C9-8C5DB9F4D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2" y="480316"/>
            <a:ext cx="10515600" cy="89574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Generating intermediate feeds IDs using naming convention and children IDs</a:t>
            </a:r>
            <a:endParaRPr lang="en-IL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A35AB8-C01D-D07F-5FB5-17F924DFA02B}"/>
              </a:ext>
            </a:extLst>
          </p:cNvPr>
          <p:cNvSpPr/>
          <p:nvPr/>
        </p:nvSpPr>
        <p:spPr>
          <a:xfrm>
            <a:off x="577794" y="3379619"/>
            <a:ext cx="1306286" cy="8957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Generator 2</a:t>
            </a:r>
            <a:endParaRPr lang="en-I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31F786-8976-130D-CB05-4B75B98F4DAB}"/>
              </a:ext>
            </a:extLst>
          </p:cNvPr>
          <p:cNvSpPr/>
          <p:nvPr/>
        </p:nvSpPr>
        <p:spPr>
          <a:xfrm>
            <a:off x="2322619" y="3379618"/>
            <a:ext cx="1306286" cy="8957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Transformer 1</a:t>
            </a:r>
            <a:endParaRPr lang="en-IL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953F58-FF93-67C3-C54C-40F79A9EC1E1}"/>
              </a:ext>
            </a:extLst>
          </p:cNvPr>
          <p:cNvSpPr/>
          <p:nvPr/>
        </p:nvSpPr>
        <p:spPr>
          <a:xfrm>
            <a:off x="4385849" y="2782425"/>
            <a:ext cx="1306286" cy="8957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Transformer 3</a:t>
            </a:r>
            <a:endParaRPr lang="en-I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2DE7AE-434F-2298-12A9-4184D5281606}"/>
              </a:ext>
            </a:extLst>
          </p:cNvPr>
          <p:cNvSpPr/>
          <p:nvPr/>
        </p:nvSpPr>
        <p:spPr>
          <a:xfrm>
            <a:off x="4385850" y="4474215"/>
            <a:ext cx="1306286" cy="8957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Transformer 2</a:t>
            </a:r>
            <a:endParaRPr lang="en-I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D9C017-61CC-F97C-6EC3-9C0B81F86365}"/>
              </a:ext>
            </a:extLst>
          </p:cNvPr>
          <p:cNvSpPr/>
          <p:nvPr/>
        </p:nvSpPr>
        <p:spPr>
          <a:xfrm>
            <a:off x="6273355" y="3698060"/>
            <a:ext cx="1306286" cy="8957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Transformer 4</a:t>
            </a:r>
            <a:endParaRPr lang="en-IL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09A876-321D-2A52-1EAF-DA9C1820830A}"/>
              </a:ext>
            </a:extLst>
          </p:cNvPr>
          <p:cNvSpPr/>
          <p:nvPr/>
        </p:nvSpPr>
        <p:spPr>
          <a:xfrm>
            <a:off x="6273355" y="5199088"/>
            <a:ext cx="1306286" cy="8957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Transformer 5</a:t>
            </a:r>
            <a:endParaRPr lang="en-IL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854281E-AFAA-62A7-3899-AC73A3FC08A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628905" y="3827488"/>
            <a:ext cx="756945" cy="10945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3A7B113-C46F-38E7-DF97-BC61090731D3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628905" y="3230295"/>
            <a:ext cx="756944" cy="5971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7A0DE98-51DE-A2D3-81B2-331DA5273A00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>
            <a:off x="5692136" y="4922085"/>
            <a:ext cx="1234362" cy="2770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5FE10E5-D4B7-2F7A-3B0D-8BAAB1B1BC34}"/>
              </a:ext>
            </a:extLst>
          </p:cNvPr>
          <p:cNvSpPr/>
          <p:nvPr/>
        </p:nvSpPr>
        <p:spPr>
          <a:xfrm>
            <a:off x="6273355" y="2002253"/>
            <a:ext cx="1306286" cy="8957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Transformer 6</a:t>
            </a:r>
            <a:endParaRPr lang="en-IL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E2C7BBC-33A8-F1E8-FF88-EC395161B8B8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>
            <a:off x="5692135" y="3230295"/>
            <a:ext cx="1234363" cy="4677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51AC22A-7F94-8A37-F3F5-F69ADBDAC91B}"/>
              </a:ext>
            </a:extLst>
          </p:cNvPr>
          <p:cNvSpPr/>
          <p:nvPr/>
        </p:nvSpPr>
        <p:spPr>
          <a:xfrm>
            <a:off x="577794" y="5003146"/>
            <a:ext cx="1306286" cy="8957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Generator 1</a:t>
            </a:r>
            <a:endParaRPr lang="en-IL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5EF2C93-5E10-754E-D317-80D5D9C5122B}"/>
              </a:ext>
            </a:extLst>
          </p:cNvPr>
          <p:cNvCxnSpPr>
            <a:stCxn id="27" idx="0"/>
            <a:endCxn id="4" idx="2"/>
          </p:cNvCxnSpPr>
          <p:nvPr/>
        </p:nvCxnSpPr>
        <p:spPr>
          <a:xfrm flipV="1">
            <a:off x="1230937" y="4275358"/>
            <a:ext cx="0" cy="727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30">
            <a:extLst>
              <a:ext uri="{FF2B5EF4-FFF2-40B4-BE49-F238E27FC236}">
                <a16:creationId xmlns:a16="http://schemas.microsoft.com/office/drawing/2014/main" id="{93C0B333-7D6D-FBFC-CFA7-97E64EBAA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477210"/>
              </p:ext>
            </p:extLst>
          </p:nvPr>
        </p:nvGraphicFramePr>
        <p:xfrm>
          <a:off x="7977876" y="2903757"/>
          <a:ext cx="3817518" cy="2743200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1272506">
                  <a:extLst>
                    <a:ext uri="{9D8B030D-6E8A-4147-A177-3AD203B41FA5}">
                      <a16:colId xmlns:a16="http://schemas.microsoft.com/office/drawing/2014/main" val="3349305060"/>
                    </a:ext>
                  </a:extLst>
                </a:gridCol>
                <a:gridCol w="1272506">
                  <a:extLst>
                    <a:ext uri="{9D8B030D-6E8A-4147-A177-3AD203B41FA5}">
                      <a16:colId xmlns:a16="http://schemas.microsoft.com/office/drawing/2014/main" val="2382563909"/>
                    </a:ext>
                  </a:extLst>
                </a:gridCol>
                <a:gridCol w="1272506">
                  <a:extLst>
                    <a:ext uri="{9D8B030D-6E8A-4147-A177-3AD203B41FA5}">
                      <a16:colId xmlns:a16="http://schemas.microsoft.com/office/drawing/2014/main" val="2230218860"/>
                    </a:ext>
                  </a:extLst>
                </a:gridCol>
              </a:tblGrid>
              <a:tr h="272143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name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 Name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096724"/>
                  </a:ext>
                </a:extLst>
              </a:tr>
              <a:tr h="272143">
                <a:tc>
                  <a:txBody>
                    <a:bodyPr/>
                    <a:lstStyle/>
                    <a:p>
                      <a:r>
                        <a:rPr lang="en-US" dirty="0"/>
                        <a:t>G2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G2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817111"/>
                  </a:ext>
                </a:extLst>
              </a:tr>
              <a:tr h="272143">
                <a:tc>
                  <a:txBody>
                    <a:bodyPr/>
                    <a:lstStyle/>
                    <a:p>
                      <a:r>
                        <a:rPr lang="en-US" dirty="0"/>
                        <a:t>T1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G2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343527"/>
                  </a:ext>
                </a:extLst>
              </a:tr>
              <a:tr h="272143">
                <a:tc>
                  <a:txBody>
                    <a:bodyPr/>
                    <a:lstStyle/>
                    <a:p>
                      <a:r>
                        <a:rPr lang="en-US" dirty="0"/>
                        <a:t>T2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G1.T2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8581"/>
                  </a:ext>
                </a:extLst>
              </a:tr>
              <a:tr h="272143">
                <a:tc>
                  <a:txBody>
                    <a:bodyPr/>
                    <a:lstStyle/>
                    <a:p>
                      <a:r>
                        <a:rPr lang="en-US" dirty="0"/>
                        <a:t>T3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G1.T2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G2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439795"/>
                  </a:ext>
                </a:extLst>
              </a:tr>
              <a:tr h="272143">
                <a:tc>
                  <a:txBody>
                    <a:bodyPr/>
                    <a:lstStyle/>
                    <a:p>
                      <a:r>
                        <a:rPr lang="en-US" dirty="0"/>
                        <a:t>T5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G1.T5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405543"/>
                  </a:ext>
                </a:extLst>
              </a:tr>
              <a:tr h="272143">
                <a:tc>
                  <a:txBody>
                    <a:bodyPr/>
                    <a:lstStyle/>
                    <a:p>
                      <a:r>
                        <a:rPr lang="en-US" dirty="0"/>
                        <a:t>T4(from T2)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G1.T5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G1.T2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27169"/>
                  </a:ext>
                </a:extLst>
              </a:tr>
              <a:tr h="272143">
                <a:tc>
                  <a:txBody>
                    <a:bodyPr/>
                    <a:lstStyle/>
                    <a:p>
                      <a:r>
                        <a:rPr lang="en-US" dirty="0"/>
                        <a:t>T4(from T3)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G1.T2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G1.T2.T4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063322"/>
                  </a:ext>
                </a:extLst>
              </a:tr>
              <a:tr h="272143">
                <a:tc>
                  <a:txBody>
                    <a:bodyPr/>
                    <a:lstStyle/>
                    <a:p>
                      <a:r>
                        <a:rPr lang="en-US" dirty="0"/>
                        <a:t>T6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G1.T2.T4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G2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366385"/>
                  </a:ext>
                </a:extLst>
              </a:tr>
            </a:tbl>
          </a:graphicData>
        </a:graphic>
      </p:graphicFrame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43888E60-D7AA-E22B-B1F3-DD5E66955724}"/>
              </a:ext>
            </a:extLst>
          </p:cNvPr>
          <p:cNvCxnSpPr>
            <a:cxnSpLocks/>
            <a:stCxn id="6" idx="3"/>
            <a:endCxn id="21" idx="2"/>
          </p:cNvCxnSpPr>
          <p:nvPr/>
        </p:nvCxnSpPr>
        <p:spPr>
          <a:xfrm flipV="1">
            <a:off x="5692135" y="2897992"/>
            <a:ext cx="1234363" cy="332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C12BB928-2D97-FBB4-17C3-6B0175ABB60B}"/>
              </a:ext>
            </a:extLst>
          </p:cNvPr>
          <p:cNvCxnSpPr>
            <a:cxnSpLocks/>
            <a:stCxn id="7" idx="3"/>
            <a:endCxn id="8" idx="2"/>
          </p:cNvCxnSpPr>
          <p:nvPr/>
        </p:nvCxnSpPr>
        <p:spPr>
          <a:xfrm flipV="1">
            <a:off x="5692136" y="4593799"/>
            <a:ext cx="1234362" cy="3282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B672166-48A5-B449-326F-7C07ADD2D5D1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1884080" y="3827488"/>
            <a:ext cx="4385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36869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F5D51-E63E-6C2C-EA2A-6E80C6199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Signature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7ED03-75D1-1800-F508-D9352F949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9551"/>
            <a:ext cx="10515600" cy="46374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Feed ID is easy to generate but it can lead for different id/names representing same sequence of content generation step</a:t>
            </a:r>
          </a:p>
          <a:p>
            <a:pPr lvl="1"/>
            <a:r>
              <a:rPr lang="en-US" dirty="0"/>
              <a:t>Different generators, transformation and parametrization</a:t>
            </a:r>
          </a:p>
          <a:p>
            <a:pPr lvl="1"/>
            <a:r>
              <a:rPr lang="en-US" dirty="0"/>
              <a:t>“Feeds are references/handles to streams”</a:t>
            </a:r>
          </a:p>
          <a:p>
            <a:pPr lvl="1"/>
            <a:r>
              <a:rPr lang="en-US" dirty="0"/>
              <a:t>Streams are real document owners</a:t>
            </a:r>
          </a:p>
          <a:p>
            <a:pPr lvl="1"/>
            <a:r>
              <a:rPr lang="en-US" dirty="0"/>
              <a:t>Update time and counters are maintained on streams levels(streams table)</a:t>
            </a:r>
          </a:p>
          <a:p>
            <a:pPr lvl="1"/>
            <a:r>
              <a:rPr lang="en-US" dirty="0"/>
              <a:t>MVP: no streams, allow content duplication</a:t>
            </a:r>
          </a:p>
          <a:p>
            <a:pPr lvl="1"/>
            <a:endParaRPr lang="en-US" dirty="0"/>
          </a:p>
          <a:p>
            <a:r>
              <a:rPr lang="en-US" dirty="0"/>
              <a:t>Stream signature</a:t>
            </a:r>
          </a:p>
          <a:p>
            <a:pPr lvl="1"/>
            <a:r>
              <a:rPr lang="en-US" dirty="0"/>
              <a:t>Each feed has a stream signature to identify the underlying stream</a:t>
            </a:r>
          </a:p>
          <a:p>
            <a:pPr lvl="1"/>
            <a:r>
              <a:rPr lang="en-US" dirty="0"/>
              <a:t>Feeds’ stream signature is created from signature for input feed and transform signature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45238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A038-3C84-D8CF-1F89-49A4D5740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stream signature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B23CF-71FD-A598-B2DD-AAE4CCE3E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Configuration</a:t>
            </a:r>
            <a:r>
              <a:rPr lang="en-US" dirty="0"/>
              <a:t> signature: its hash value</a:t>
            </a:r>
          </a:p>
          <a:p>
            <a:r>
              <a:rPr lang="en-US" b="1" dirty="0"/>
              <a:t>Atomic transformer signature</a:t>
            </a:r>
            <a:r>
              <a:rPr lang="en-US" dirty="0"/>
              <a:t>: id+ configuration signature</a:t>
            </a:r>
          </a:p>
          <a:p>
            <a:r>
              <a:rPr lang="en-US" b="1" dirty="0"/>
              <a:t>Compound transformer signature</a:t>
            </a:r>
            <a:r>
              <a:rPr lang="en-US" dirty="0"/>
              <a:t> is a concatenation of</a:t>
            </a:r>
          </a:p>
          <a:p>
            <a:pPr lvl="1"/>
            <a:r>
              <a:rPr lang="en-US" dirty="0"/>
              <a:t>Id</a:t>
            </a:r>
          </a:p>
          <a:p>
            <a:pPr lvl="1"/>
            <a:r>
              <a:rPr lang="en-US" dirty="0"/>
              <a:t>Configuration</a:t>
            </a:r>
          </a:p>
          <a:p>
            <a:pPr lvl="1"/>
            <a:r>
              <a:rPr lang="en-US" dirty="0"/>
              <a:t>Concatenation of children signatures</a:t>
            </a:r>
          </a:p>
          <a:p>
            <a:r>
              <a:rPr lang="en-US" dirty="0"/>
              <a:t>Output feed signature is a concatenation of</a:t>
            </a:r>
          </a:p>
          <a:p>
            <a:pPr lvl="1"/>
            <a:r>
              <a:rPr lang="en-US" dirty="0"/>
              <a:t>Input feed signature</a:t>
            </a:r>
          </a:p>
          <a:p>
            <a:pPr lvl="1"/>
            <a:r>
              <a:rPr lang="en-US" dirty="0"/>
              <a:t>Generator parameters signature</a:t>
            </a:r>
          </a:p>
          <a:p>
            <a:pPr lvl="1"/>
            <a:r>
              <a:rPr lang="en-US" dirty="0"/>
              <a:t>Transformer signature </a:t>
            </a:r>
          </a:p>
          <a:p>
            <a:pPr marL="571500" lvl="1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4917092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00E54-3726-9946-E3C9-AC6D7B1B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Generation API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58FAC-A3F1-E3AD-1114-1FEE090FA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Input: </a:t>
            </a:r>
          </a:p>
          <a:p>
            <a:pPr lvl="1"/>
            <a:r>
              <a:rPr lang="en-US" dirty="0"/>
              <a:t>Generator id(GID),  </a:t>
            </a:r>
            <a:r>
              <a:rPr lang="en-US" dirty="0" err="1"/>
              <a:t>NumRequested</a:t>
            </a:r>
            <a:r>
              <a:rPr lang="en-US" dirty="0"/>
              <a:t> (NR)</a:t>
            </a:r>
          </a:p>
          <a:p>
            <a:r>
              <a:rPr lang="en-US" dirty="0"/>
              <a:t>Steps</a:t>
            </a:r>
          </a:p>
          <a:p>
            <a:pPr lvl="1"/>
            <a:r>
              <a:rPr lang="en-US" dirty="0"/>
              <a:t>Get input GID and input FID  and PARAMS from DB</a:t>
            </a:r>
          </a:p>
          <a:p>
            <a:pPr lvl="1"/>
            <a:r>
              <a:rPr lang="en-US" dirty="0"/>
              <a:t>Create output FID in DB if required</a:t>
            </a:r>
          </a:p>
          <a:p>
            <a:pPr lvl="1"/>
            <a:r>
              <a:rPr lang="en-US" dirty="0"/>
              <a:t>Fetch </a:t>
            </a:r>
            <a:r>
              <a:rPr lang="en-US" b="1" dirty="0"/>
              <a:t>SID</a:t>
            </a:r>
            <a:r>
              <a:rPr lang="en-US" dirty="0"/>
              <a:t> for output FID from DB (empty for new out FID)</a:t>
            </a:r>
          </a:p>
          <a:p>
            <a:pPr lvl="1"/>
            <a:r>
              <a:rPr lang="en-US" dirty="0"/>
              <a:t>Exit of underlying </a:t>
            </a:r>
            <a:r>
              <a:rPr lang="en-US" b="1" dirty="0"/>
              <a:t>SID </a:t>
            </a:r>
            <a:r>
              <a:rPr lang="en-US" dirty="0"/>
              <a:t>update is not required(required for new out FID)</a:t>
            </a:r>
          </a:p>
          <a:p>
            <a:pPr lvl="1"/>
            <a:r>
              <a:rPr lang="en-US" dirty="0"/>
              <a:t>Call generator API with input GID and NR</a:t>
            </a:r>
          </a:p>
          <a:p>
            <a:pPr lvl="1"/>
            <a:r>
              <a:rPr lang="en-US" dirty="0"/>
              <a:t>Call transformer API with input/output FID and PARAMS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7311685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C5CB8-2ADC-9F40-0107-FB1972E2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transformation API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54B17-EEC0-FA8C-0E92-641D1DAEF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2360"/>
            <a:ext cx="10713098" cy="478044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Input</a:t>
            </a:r>
          </a:p>
          <a:p>
            <a:pPr lvl="1"/>
            <a:r>
              <a:rPr lang="en-US" dirty="0"/>
              <a:t>Input/Output FID</a:t>
            </a:r>
          </a:p>
          <a:p>
            <a:pPr lvl="1"/>
            <a:r>
              <a:rPr lang="en-US" dirty="0"/>
              <a:t>PARAMS</a:t>
            </a:r>
          </a:p>
          <a:p>
            <a:pPr lvl="1"/>
            <a:r>
              <a:rPr lang="en-US" dirty="0" err="1"/>
              <a:t>NumRequested</a:t>
            </a:r>
            <a:r>
              <a:rPr lang="en-US" dirty="0"/>
              <a:t> (NR)</a:t>
            </a:r>
          </a:p>
          <a:p>
            <a:r>
              <a:rPr lang="en-US" dirty="0"/>
              <a:t>Steps</a:t>
            </a:r>
          </a:p>
          <a:p>
            <a:pPr lvl="1"/>
            <a:r>
              <a:rPr lang="en-US" dirty="0"/>
              <a:t>Fetch output SID (NULL for new)</a:t>
            </a:r>
          </a:p>
          <a:p>
            <a:pPr lvl="1"/>
            <a:r>
              <a:rPr lang="en-US" dirty="0"/>
              <a:t>Exit if update of underlying SID is not required (required for new output FID)</a:t>
            </a:r>
          </a:p>
          <a:p>
            <a:pPr lvl="1"/>
            <a:r>
              <a:rPr lang="en-US" dirty="0"/>
              <a:t>If ATOMIC</a:t>
            </a:r>
          </a:p>
          <a:p>
            <a:pPr lvl="2"/>
            <a:r>
              <a:rPr lang="en-US" dirty="0"/>
              <a:t>Update SID of output FID</a:t>
            </a:r>
          </a:p>
          <a:p>
            <a:pPr lvl="2"/>
            <a:r>
              <a:rPr lang="en-US" dirty="0"/>
              <a:t>Generate new docs in output FID/SID using PARAMS </a:t>
            </a:r>
          </a:p>
          <a:p>
            <a:pPr lvl="2"/>
            <a:r>
              <a:rPr lang="en-US" dirty="0"/>
              <a:t>Update output SID statistics/counters   </a:t>
            </a:r>
          </a:p>
          <a:p>
            <a:pPr lvl="1"/>
            <a:r>
              <a:rPr lang="en-US" dirty="0"/>
              <a:t>ELSE</a:t>
            </a:r>
          </a:p>
          <a:p>
            <a:pPr lvl="2"/>
            <a:r>
              <a:rPr lang="en-US" dirty="0"/>
              <a:t>Generate PARAMS and intermediate FID for each step</a:t>
            </a:r>
          </a:p>
          <a:p>
            <a:pPr lvl="2"/>
            <a:r>
              <a:rPr lang="en-US" dirty="0"/>
              <a:t>Call transformers in a sequence providing (Input/Output FID and PARAMS)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0462989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F333006-3084-6BAF-AE58-80FDE362D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and Parameters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5226209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A99930-2CD6-0D71-614D-58B07775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Fields and Parameters</a:t>
            </a:r>
            <a:endParaRPr lang="en-IL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C609072-5D43-EC06-8D55-485802098D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281868"/>
              </p:ext>
            </p:extLst>
          </p:nvPr>
        </p:nvGraphicFramePr>
        <p:xfrm>
          <a:off x="948906" y="1492279"/>
          <a:ext cx="10705381" cy="5115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181274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C8E9E-9485-6170-1E59-F804FCCD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types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1EF70-B826-FE43-F583-5D0632FFF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764328" cy="466725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Inferred </a:t>
            </a:r>
            <a:r>
              <a:rPr lang="en-US" dirty="0"/>
              <a:t>configuration</a:t>
            </a:r>
          </a:p>
          <a:p>
            <a:pPr lvl="1"/>
            <a:r>
              <a:rPr lang="en-US" dirty="0"/>
              <a:t>Configuration that is automatically inferred from children </a:t>
            </a:r>
            <a:r>
              <a:rPr lang="en-US" b="1" dirty="0"/>
              <a:t>outbound</a:t>
            </a:r>
            <a:r>
              <a:rPr lang="en-US" dirty="0"/>
              <a:t> configuration</a:t>
            </a:r>
          </a:p>
          <a:p>
            <a:pPr lvl="1"/>
            <a:r>
              <a:rPr lang="en-US" dirty="0"/>
              <a:t>Created during transformer/generator construction</a:t>
            </a:r>
          </a:p>
          <a:p>
            <a:pPr lvl="1"/>
            <a:endParaRPr lang="en-US" dirty="0"/>
          </a:p>
          <a:p>
            <a:r>
              <a:rPr lang="en-US" b="1" dirty="0"/>
              <a:t>User configuration</a:t>
            </a:r>
          </a:p>
          <a:p>
            <a:pPr lvl="1"/>
            <a:r>
              <a:rPr lang="en-US" dirty="0"/>
              <a:t>Configuration that contains user-modified variables</a:t>
            </a:r>
          </a:p>
          <a:p>
            <a:pPr lvl="1"/>
            <a:r>
              <a:rPr lang="en-US" dirty="0"/>
              <a:t>Edited in UI by a user</a:t>
            </a:r>
          </a:p>
          <a:p>
            <a:pPr lvl="1"/>
            <a:endParaRPr lang="en-US" dirty="0"/>
          </a:p>
          <a:p>
            <a:r>
              <a:rPr lang="en-US" b="1" dirty="0"/>
              <a:t>Outbound</a:t>
            </a:r>
            <a:r>
              <a:rPr lang="en-US" dirty="0"/>
              <a:t> configuration:</a:t>
            </a:r>
          </a:p>
          <a:p>
            <a:pPr lvl="1"/>
            <a:r>
              <a:rPr lang="en-US" dirty="0"/>
              <a:t>Inferred configuration updated (resolved) with user configuration</a:t>
            </a:r>
          </a:p>
          <a:p>
            <a:pPr lvl="1"/>
            <a:r>
              <a:rPr lang="en-US" dirty="0"/>
              <a:t>Saved and used for parent inferred configuration and during generation</a:t>
            </a:r>
          </a:p>
          <a:p>
            <a:pPr lvl="1"/>
            <a:endParaRPr lang="en-US" dirty="0"/>
          </a:p>
          <a:p>
            <a:r>
              <a:rPr lang="en-US" b="1" dirty="0"/>
              <a:t>Inbound configuration</a:t>
            </a:r>
          </a:p>
          <a:p>
            <a:pPr lvl="1"/>
            <a:r>
              <a:rPr lang="en-US" dirty="0"/>
              <a:t>Configuration received from parent</a:t>
            </a:r>
          </a:p>
          <a:p>
            <a:pPr lvl="1"/>
            <a:r>
              <a:rPr lang="en-US" dirty="0"/>
              <a:t>Modified by outbound configuration and propagated to children during generation</a:t>
            </a:r>
          </a:p>
          <a:p>
            <a:pPr lvl="1"/>
            <a:endParaRPr lang="en-US" dirty="0"/>
          </a:p>
          <a:p>
            <a:r>
              <a:rPr lang="en-US" b="1" dirty="0"/>
              <a:t>Generation configuration</a:t>
            </a:r>
          </a:p>
          <a:p>
            <a:pPr lvl="1"/>
            <a:r>
              <a:rPr lang="en-US" dirty="0"/>
              <a:t>Used during content generation</a:t>
            </a:r>
          </a:p>
          <a:p>
            <a:pPr lvl="1"/>
            <a:r>
              <a:rPr lang="en-US" b="1" dirty="0"/>
              <a:t>Outbound</a:t>
            </a:r>
            <a:r>
              <a:rPr lang="en-US" dirty="0"/>
              <a:t> resolved with </a:t>
            </a:r>
            <a:r>
              <a:rPr lang="en-US" b="1" dirty="0"/>
              <a:t>inbound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4899737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D15F0-3DF5-BD64-E5F0-83641E650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CDF Resolution process</a:t>
            </a:r>
            <a:endParaRPr lang="en-IL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BC9AD83-3882-3B3A-1F23-BCF886B7E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b="1" dirty="0"/>
              <a:t>Step 1</a:t>
            </a:r>
            <a:r>
              <a:rPr lang="en-US" dirty="0"/>
              <a:t>: Overwrite</a:t>
            </a:r>
          </a:p>
          <a:p>
            <a:pPr lvl="1"/>
            <a:r>
              <a:rPr lang="en-US" dirty="0"/>
              <a:t>Append (with overwriting) target CDF with </a:t>
            </a:r>
            <a:r>
              <a:rPr lang="en-US" dirty="0" err="1"/>
              <a:t>src</a:t>
            </a:r>
            <a:r>
              <a:rPr lang="en-US" dirty="0"/>
              <a:t> CDF</a:t>
            </a:r>
          </a:p>
          <a:p>
            <a:pPr lvl="1"/>
            <a:r>
              <a:rPr lang="en-US" dirty="0"/>
              <a:t>Overwrite based on variable name and child</a:t>
            </a:r>
          </a:p>
          <a:p>
            <a:pPr lvl="1"/>
            <a:endParaRPr lang="en-US" dirty="0"/>
          </a:p>
          <a:p>
            <a:r>
              <a:rPr lang="en-US" b="1" dirty="0"/>
              <a:t>Step 2</a:t>
            </a:r>
            <a:r>
              <a:rPr lang="en-US" dirty="0"/>
              <a:t>: Resolve templates</a:t>
            </a:r>
          </a:p>
          <a:p>
            <a:pPr lvl="1"/>
            <a:r>
              <a:rPr lang="en-US" dirty="0"/>
              <a:t>Try to substitute variables within template</a:t>
            </a:r>
          </a:p>
          <a:p>
            <a:pPr lvl="1"/>
            <a:r>
              <a:rPr lang="en-US" dirty="0"/>
              <a:t>Incrementally, based on list order</a:t>
            </a:r>
          </a:p>
          <a:p>
            <a:pPr marL="114300" indent="0">
              <a:buNone/>
            </a:pPr>
            <a:r>
              <a:rPr lang="en-US" dirty="0"/>
              <a:t>	 </a:t>
            </a:r>
          </a:p>
          <a:p>
            <a:pPr marL="571500" lvl="1" indent="0">
              <a:buFont typeface="Arial"/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9503160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9">
            <a:extLst>
              <a:ext uri="{FF2B5EF4-FFF2-40B4-BE49-F238E27FC236}">
                <a16:creationId xmlns:a16="http://schemas.microsoft.com/office/drawing/2014/main" id="{6DDDC397-B711-E038-025B-138F5318DB65}"/>
              </a:ext>
            </a:extLst>
          </p:cNvPr>
          <p:cNvSpPr/>
          <p:nvPr/>
        </p:nvSpPr>
        <p:spPr>
          <a:xfrm>
            <a:off x="5154283" y="88720"/>
            <a:ext cx="4602192" cy="78509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Parent</a:t>
            </a:r>
            <a:endParaRPr lang="en-IL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07E8FA9-27E9-5152-8397-99983A227057}"/>
              </a:ext>
            </a:extLst>
          </p:cNvPr>
          <p:cNvSpPr/>
          <p:nvPr/>
        </p:nvSpPr>
        <p:spPr>
          <a:xfrm>
            <a:off x="6353356" y="1151377"/>
            <a:ext cx="4865297" cy="54605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Generation Time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4B26DA2-12CE-5F58-1FE9-B5D100DD42F7}"/>
              </a:ext>
            </a:extLst>
          </p:cNvPr>
          <p:cNvSpPr/>
          <p:nvPr/>
        </p:nvSpPr>
        <p:spPr>
          <a:xfrm>
            <a:off x="767750" y="1155940"/>
            <a:ext cx="4865297" cy="54605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Create/Edit Time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01694E-9493-3906-635A-B5E2EEA4C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67" y="73888"/>
            <a:ext cx="10515600" cy="272595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Configuration flow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367CAD-C015-7D7C-619B-5014296E50C2}"/>
              </a:ext>
            </a:extLst>
          </p:cNvPr>
          <p:cNvSpPr/>
          <p:nvPr/>
        </p:nvSpPr>
        <p:spPr>
          <a:xfrm>
            <a:off x="1112808" y="5400137"/>
            <a:ext cx="1880558" cy="110999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 1</a:t>
            </a:r>
            <a:endParaRPr lang="en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82D42D-26BF-1DB0-7FBC-B065246AD286}"/>
              </a:ext>
            </a:extLst>
          </p:cNvPr>
          <p:cNvSpPr/>
          <p:nvPr/>
        </p:nvSpPr>
        <p:spPr>
          <a:xfrm>
            <a:off x="3390182" y="5400137"/>
            <a:ext cx="1880558" cy="110999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 2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B8F57B-6738-FABB-D13C-25EC25FF6929}"/>
              </a:ext>
            </a:extLst>
          </p:cNvPr>
          <p:cNvSpPr/>
          <p:nvPr/>
        </p:nvSpPr>
        <p:spPr>
          <a:xfrm>
            <a:off x="1229264" y="5503654"/>
            <a:ext cx="1647645" cy="23291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Outbound CDF1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EBF214-DC8C-43AD-5569-1E9FF5EB0213}"/>
              </a:ext>
            </a:extLst>
          </p:cNvPr>
          <p:cNvSpPr/>
          <p:nvPr/>
        </p:nvSpPr>
        <p:spPr>
          <a:xfrm>
            <a:off x="3506638" y="5503654"/>
            <a:ext cx="1647645" cy="23291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Outbound CDf2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59EAA8-9FFE-5D6E-4FF6-32CBBF33EF5E}"/>
              </a:ext>
            </a:extLst>
          </p:cNvPr>
          <p:cNvSpPr/>
          <p:nvPr/>
        </p:nvSpPr>
        <p:spPr>
          <a:xfrm>
            <a:off x="1112805" y="3289346"/>
            <a:ext cx="1880558" cy="3047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Inferred CDF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902277-B233-6ABF-249B-5D8BC37891A4}"/>
              </a:ext>
            </a:extLst>
          </p:cNvPr>
          <p:cNvSpPr/>
          <p:nvPr/>
        </p:nvSpPr>
        <p:spPr>
          <a:xfrm>
            <a:off x="3390181" y="3289346"/>
            <a:ext cx="1880558" cy="3047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CDF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78FFC7-F96E-774B-A1DE-5B229C6E5268}"/>
              </a:ext>
            </a:extLst>
          </p:cNvPr>
          <p:cNvSpPr/>
          <p:nvPr/>
        </p:nvSpPr>
        <p:spPr>
          <a:xfrm>
            <a:off x="2251493" y="1526336"/>
            <a:ext cx="1880558" cy="3047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Outbound CDF</a:t>
            </a:r>
            <a:endParaRPr lang="en-IL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3817A59-67D0-F6A0-2FB6-57E40F22486D}"/>
              </a:ext>
            </a:extLst>
          </p:cNvPr>
          <p:cNvSpPr/>
          <p:nvPr/>
        </p:nvSpPr>
        <p:spPr>
          <a:xfrm>
            <a:off x="1367290" y="4120342"/>
            <a:ext cx="1380227" cy="77074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Infer and aggregated</a:t>
            </a:r>
            <a:endParaRPr lang="en-IL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999621E-68B2-EA3D-F306-9AE63E27C157}"/>
              </a:ext>
            </a:extLst>
          </p:cNvPr>
          <p:cNvCxnSpPr>
            <a:cxnSpLocks/>
            <a:stCxn id="6" idx="0"/>
            <a:endCxn id="26" idx="2"/>
          </p:cNvCxnSpPr>
          <p:nvPr/>
        </p:nvCxnSpPr>
        <p:spPr>
          <a:xfrm rot="5400000" flipH="1" flipV="1">
            <a:off x="1748962" y="5195213"/>
            <a:ext cx="612566" cy="43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3E6C335-4151-7297-A216-B644D788FA65}"/>
              </a:ext>
            </a:extLst>
          </p:cNvPr>
          <p:cNvCxnSpPr>
            <a:cxnSpLocks/>
            <a:stCxn id="7" idx="0"/>
            <a:endCxn id="26" idx="2"/>
          </p:cNvCxnSpPr>
          <p:nvPr/>
        </p:nvCxnSpPr>
        <p:spPr>
          <a:xfrm rot="16200000" flipV="1">
            <a:off x="2887650" y="4060842"/>
            <a:ext cx="612566" cy="22730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301F8F8C-1760-8F88-4046-E06826AB1BC1}"/>
              </a:ext>
            </a:extLst>
          </p:cNvPr>
          <p:cNvCxnSpPr>
            <a:cxnSpLocks/>
            <a:stCxn id="26" idx="0"/>
            <a:endCxn id="8" idx="2"/>
          </p:cNvCxnSpPr>
          <p:nvPr/>
        </p:nvCxnSpPr>
        <p:spPr>
          <a:xfrm rot="16200000" flipV="1">
            <a:off x="1792116" y="3855054"/>
            <a:ext cx="526257" cy="43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FDE6354-577E-BAD3-4D50-F3E4D390ADBC}"/>
              </a:ext>
            </a:extLst>
          </p:cNvPr>
          <p:cNvSpPr/>
          <p:nvPr/>
        </p:nvSpPr>
        <p:spPr>
          <a:xfrm>
            <a:off x="3636033" y="4134826"/>
            <a:ext cx="1380227" cy="770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 Edit via UI</a:t>
            </a:r>
            <a:endParaRPr lang="en-IL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47691F9-72EB-E353-09CF-1A6381C49366}"/>
              </a:ext>
            </a:extLst>
          </p:cNvPr>
          <p:cNvCxnSpPr>
            <a:cxnSpLocks/>
            <a:stCxn id="39" idx="0"/>
            <a:endCxn id="9" idx="2"/>
          </p:cNvCxnSpPr>
          <p:nvPr/>
        </p:nvCxnSpPr>
        <p:spPr>
          <a:xfrm flipV="1">
            <a:off x="4326147" y="3594085"/>
            <a:ext cx="4313" cy="540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82797F7-B3A6-9FEA-0757-D5E1D0CC0CA2}"/>
              </a:ext>
            </a:extLst>
          </p:cNvPr>
          <p:cNvSpPr/>
          <p:nvPr/>
        </p:nvSpPr>
        <p:spPr>
          <a:xfrm>
            <a:off x="2505970" y="2130411"/>
            <a:ext cx="1380227" cy="77074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3. Resolve</a:t>
            </a:r>
            <a:endParaRPr lang="en-IL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10A0654-7D54-5D55-C8C9-BA0245D23058}"/>
              </a:ext>
            </a:extLst>
          </p:cNvPr>
          <p:cNvCxnSpPr>
            <a:cxnSpLocks/>
            <a:stCxn id="8" idx="0"/>
            <a:endCxn id="46" idx="2"/>
          </p:cNvCxnSpPr>
          <p:nvPr/>
        </p:nvCxnSpPr>
        <p:spPr>
          <a:xfrm rot="5400000" flipH="1" flipV="1">
            <a:off x="2430490" y="2523752"/>
            <a:ext cx="388189" cy="1143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165A4A0-E2CD-7116-BC59-4FF029E7BAAD}"/>
              </a:ext>
            </a:extLst>
          </p:cNvPr>
          <p:cNvCxnSpPr>
            <a:cxnSpLocks/>
            <a:stCxn id="9" idx="0"/>
            <a:endCxn id="46" idx="2"/>
          </p:cNvCxnSpPr>
          <p:nvPr/>
        </p:nvCxnSpPr>
        <p:spPr>
          <a:xfrm rot="16200000" flipV="1">
            <a:off x="3569178" y="2528064"/>
            <a:ext cx="388189" cy="11343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4935FDFB-638B-905D-0549-276983C4A166}"/>
              </a:ext>
            </a:extLst>
          </p:cNvPr>
          <p:cNvSpPr/>
          <p:nvPr/>
        </p:nvSpPr>
        <p:spPr>
          <a:xfrm>
            <a:off x="7779411" y="457239"/>
            <a:ext cx="1846593" cy="3047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Inbound CDF</a:t>
            </a:r>
            <a:endParaRPr lang="en-IL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75E0CA3-0A6B-C705-6EA0-8E975D493C3A}"/>
              </a:ext>
            </a:extLst>
          </p:cNvPr>
          <p:cNvCxnSpPr>
            <a:cxnSpLocks/>
            <a:stCxn id="46" idx="0"/>
            <a:endCxn id="10" idx="2"/>
          </p:cNvCxnSpPr>
          <p:nvPr/>
        </p:nvCxnSpPr>
        <p:spPr>
          <a:xfrm flipH="1" flipV="1">
            <a:off x="3191772" y="1831075"/>
            <a:ext cx="4312" cy="299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1664776-5F78-348D-3D2C-E1EEB375E29C}"/>
              </a:ext>
            </a:extLst>
          </p:cNvPr>
          <p:cNvSpPr/>
          <p:nvPr/>
        </p:nvSpPr>
        <p:spPr>
          <a:xfrm>
            <a:off x="8018256" y="2115927"/>
            <a:ext cx="1380227" cy="77074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 Resolve</a:t>
            </a:r>
            <a:endParaRPr lang="en-IL" dirty="0"/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9AFBBC8B-7297-EE19-E165-96EF2905DC39}"/>
              </a:ext>
            </a:extLst>
          </p:cNvPr>
          <p:cNvCxnSpPr>
            <a:cxnSpLocks/>
            <a:stCxn id="52" idx="2"/>
            <a:endCxn id="68" idx="0"/>
          </p:cNvCxnSpPr>
          <p:nvPr/>
        </p:nvCxnSpPr>
        <p:spPr>
          <a:xfrm rot="16200000" flipH="1">
            <a:off x="8028565" y="1436121"/>
            <a:ext cx="1353949" cy="56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2C9F616B-285E-2FAF-BFAE-37EC4631501A}"/>
              </a:ext>
            </a:extLst>
          </p:cNvPr>
          <p:cNvCxnSpPr>
            <a:cxnSpLocks/>
            <a:stCxn id="10" idx="3"/>
            <a:endCxn id="68" idx="1"/>
          </p:cNvCxnSpPr>
          <p:nvPr/>
        </p:nvCxnSpPr>
        <p:spPr>
          <a:xfrm>
            <a:off x="4132051" y="1678706"/>
            <a:ext cx="3886205" cy="8225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65FF9CAF-DE79-EB3E-1F65-FB6F70C88103}"/>
              </a:ext>
            </a:extLst>
          </p:cNvPr>
          <p:cNvSpPr/>
          <p:nvPr/>
        </p:nvSpPr>
        <p:spPr>
          <a:xfrm>
            <a:off x="8029577" y="4130311"/>
            <a:ext cx="1380227" cy="77074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5. Extract for each child</a:t>
            </a:r>
            <a:endParaRPr lang="en-IL" dirty="0"/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BEF0097C-B2D9-2D1F-43EA-FB793A0CB5E3}"/>
              </a:ext>
            </a:extLst>
          </p:cNvPr>
          <p:cNvCxnSpPr>
            <a:cxnSpLocks/>
            <a:stCxn id="121" idx="2"/>
            <a:endCxn id="4" idx="2"/>
          </p:cNvCxnSpPr>
          <p:nvPr/>
        </p:nvCxnSpPr>
        <p:spPr>
          <a:xfrm rot="5400000">
            <a:off x="4337360" y="3290749"/>
            <a:ext cx="935108" cy="5503653"/>
          </a:xfrm>
          <a:prstGeom prst="bentConnector3">
            <a:avLst>
              <a:gd name="adj1" fmla="val 1244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642C8763-BB27-A06C-56D2-977881C5B437}"/>
              </a:ext>
            </a:extLst>
          </p:cNvPr>
          <p:cNvCxnSpPr>
            <a:cxnSpLocks/>
            <a:stCxn id="122" idx="2"/>
            <a:endCxn id="5" idx="2"/>
          </p:cNvCxnSpPr>
          <p:nvPr/>
        </p:nvCxnSpPr>
        <p:spPr>
          <a:xfrm rot="5400000">
            <a:off x="6617969" y="3287513"/>
            <a:ext cx="935108" cy="5510124"/>
          </a:xfrm>
          <a:prstGeom prst="bentConnector3">
            <a:avLst>
              <a:gd name="adj1" fmla="val 1244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452D3BDB-F57B-BAA1-2046-DCDE6A6ED51C}"/>
              </a:ext>
            </a:extLst>
          </p:cNvPr>
          <p:cNvSpPr/>
          <p:nvPr/>
        </p:nvSpPr>
        <p:spPr>
          <a:xfrm>
            <a:off x="1190447" y="6196674"/>
            <a:ext cx="793628" cy="23291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Inferred</a:t>
            </a:r>
            <a:endParaRPr lang="en-IL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A8DCB4A-BEDD-B0EF-AF6C-13820D95814E}"/>
              </a:ext>
            </a:extLst>
          </p:cNvPr>
          <p:cNvSpPr/>
          <p:nvPr/>
        </p:nvSpPr>
        <p:spPr>
          <a:xfrm>
            <a:off x="2070346" y="6196674"/>
            <a:ext cx="759123" cy="23291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  <a:endParaRPr lang="en-IL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16BEB7A-B6E3-FE0D-95F8-AF0258AD4638}"/>
              </a:ext>
            </a:extLst>
          </p:cNvPr>
          <p:cNvSpPr/>
          <p:nvPr/>
        </p:nvSpPr>
        <p:spPr>
          <a:xfrm>
            <a:off x="3493688" y="6213925"/>
            <a:ext cx="793628" cy="23291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Inferred</a:t>
            </a:r>
            <a:endParaRPr lang="en-IL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F448BAB-A010-4541-4FBD-10FFB8680D56}"/>
              </a:ext>
            </a:extLst>
          </p:cNvPr>
          <p:cNvSpPr/>
          <p:nvPr/>
        </p:nvSpPr>
        <p:spPr>
          <a:xfrm>
            <a:off x="4373587" y="6213925"/>
            <a:ext cx="759123" cy="23291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  <a:endParaRPr lang="en-IL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0AB684A-00B8-A499-CE0A-0D7E12C8A211}"/>
              </a:ext>
            </a:extLst>
          </p:cNvPr>
          <p:cNvSpPr/>
          <p:nvPr/>
        </p:nvSpPr>
        <p:spPr>
          <a:xfrm>
            <a:off x="7779412" y="3305792"/>
            <a:ext cx="1880558" cy="3047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Generation CDF</a:t>
            </a:r>
            <a:endParaRPr lang="en-IL" dirty="0"/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193BD89-A1F2-6B21-9AA1-D663439B1DF2}"/>
              </a:ext>
            </a:extLst>
          </p:cNvPr>
          <p:cNvCxnSpPr>
            <a:cxnSpLocks/>
            <a:stCxn id="104" idx="2"/>
            <a:endCxn id="75" idx="0"/>
          </p:cNvCxnSpPr>
          <p:nvPr/>
        </p:nvCxnSpPr>
        <p:spPr>
          <a:xfrm>
            <a:off x="8719691" y="3610531"/>
            <a:ext cx="0" cy="519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555557C-1227-039D-BC89-0D8ABDA24C99}"/>
              </a:ext>
            </a:extLst>
          </p:cNvPr>
          <p:cNvCxnSpPr>
            <a:cxnSpLocks/>
            <a:stCxn id="68" idx="2"/>
            <a:endCxn id="104" idx="0"/>
          </p:cNvCxnSpPr>
          <p:nvPr/>
        </p:nvCxnSpPr>
        <p:spPr>
          <a:xfrm>
            <a:off x="8708370" y="2886673"/>
            <a:ext cx="11321" cy="419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7055C49-6436-1D9B-E76E-5A7C298D3802}"/>
              </a:ext>
            </a:extLst>
          </p:cNvPr>
          <p:cNvSpPr/>
          <p:nvPr/>
        </p:nvSpPr>
        <p:spPr>
          <a:xfrm>
            <a:off x="6616461" y="5270282"/>
            <a:ext cx="1880558" cy="3047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 1 Inbound CDF</a:t>
            </a:r>
            <a:endParaRPr lang="en-IL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4FE9718-8FA1-7CFF-5CF2-0ECB1BADD814}"/>
              </a:ext>
            </a:extLst>
          </p:cNvPr>
          <p:cNvSpPr/>
          <p:nvPr/>
        </p:nvSpPr>
        <p:spPr>
          <a:xfrm>
            <a:off x="8900306" y="5270282"/>
            <a:ext cx="1880558" cy="3047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 2 Inbound CDF</a:t>
            </a:r>
            <a:endParaRPr lang="en-IL" dirty="0"/>
          </a:p>
        </p:txBody>
      </p: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5016F8B2-D591-2307-F815-1E32F4EA0743}"/>
              </a:ext>
            </a:extLst>
          </p:cNvPr>
          <p:cNvCxnSpPr>
            <a:stCxn id="75" idx="2"/>
            <a:endCxn id="121" idx="0"/>
          </p:cNvCxnSpPr>
          <p:nvPr/>
        </p:nvCxnSpPr>
        <p:spPr>
          <a:xfrm rot="5400000">
            <a:off x="7953604" y="4504194"/>
            <a:ext cx="369225" cy="11629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91F3D478-3DE0-16B5-E96D-BA33CDA869F2}"/>
              </a:ext>
            </a:extLst>
          </p:cNvPr>
          <p:cNvCxnSpPr>
            <a:cxnSpLocks/>
            <a:stCxn id="75" idx="2"/>
            <a:endCxn id="122" idx="0"/>
          </p:cNvCxnSpPr>
          <p:nvPr/>
        </p:nvCxnSpPr>
        <p:spPr>
          <a:xfrm rot="16200000" flipH="1">
            <a:off x="9095526" y="4525222"/>
            <a:ext cx="369225" cy="11208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320FF6EA-A8CD-04DE-5A74-DD891DEBE580}"/>
              </a:ext>
            </a:extLst>
          </p:cNvPr>
          <p:cNvCxnSpPr>
            <a:cxnSpLocks/>
            <a:stCxn id="10" idx="0"/>
            <a:endCxn id="140" idx="1"/>
          </p:cNvCxnSpPr>
          <p:nvPr/>
        </p:nvCxnSpPr>
        <p:spPr>
          <a:xfrm rot="5400000" flipH="1" flipV="1">
            <a:off x="3650492" y="22546"/>
            <a:ext cx="1045070" cy="19625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9689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536C9-74E0-7772-3686-B952F545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Immutable document fields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F1483-A9D7-5D00-D0AE-9273C9232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Fields variable  are immutable </a:t>
            </a:r>
            <a:r>
              <a:rPr lang="en-US" b="1" dirty="0"/>
              <a:t>except adapter atomic transform</a:t>
            </a:r>
          </a:p>
          <a:p>
            <a:pPr lvl="1"/>
            <a:r>
              <a:rPr lang="en-US" dirty="0"/>
              <a:t>User can’t add/remove fields or change their values</a:t>
            </a:r>
          </a:p>
          <a:p>
            <a:pPr lvl="1"/>
            <a:r>
              <a:rPr lang="en-US" dirty="0"/>
              <a:t>In UI, user might </a:t>
            </a:r>
            <a:r>
              <a:rPr lang="en-US" b="1" dirty="0"/>
              <a:t>appear to change document fields </a:t>
            </a:r>
            <a:r>
              <a:rPr lang="en-US" dirty="0"/>
              <a:t>but under the hood and adapter transform will be created or inserted</a:t>
            </a:r>
          </a:p>
          <a:p>
            <a:pPr lvl="1"/>
            <a:endParaRPr lang="en-US" dirty="0"/>
          </a:p>
          <a:p>
            <a:r>
              <a:rPr lang="en-US" dirty="0"/>
              <a:t>Adapter atomic transform</a:t>
            </a:r>
          </a:p>
          <a:p>
            <a:pPr lvl="1"/>
            <a:r>
              <a:rPr lang="en-US" dirty="0"/>
              <a:t>Only place where field values can be modified</a:t>
            </a:r>
          </a:p>
          <a:p>
            <a:pPr lvl="1"/>
            <a:r>
              <a:rPr lang="en-US" dirty="0"/>
              <a:t>Modified trough supplied </a:t>
            </a:r>
            <a:r>
              <a:rPr lang="en-US" b="1" dirty="0"/>
              <a:t>user configuration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2714858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1615-9807-D769-3B65-1C6A92B43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Inferring  and outbound configurations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8A526-84E8-7429-91D9-62D8BFD00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Inferred</a:t>
            </a:r>
          </a:p>
          <a:p>
            <a:pPr lvl="1"/>
            <a:r>
              <a:rPr lang="en-US" dirty="0"/>
              <a:t>Collect outbound configuration from children</a:t>
            </a:r>
          </a:p>
          <a:p>
            <a:pPr lvl="1"/>
            <a:r>
              <a:rPr lang="en-US" dirty="0"/>
              <a:t>Copy in.doc variables into inferred configuration</a:t>
            </a:r>
          </a:p>
          <a:p>
            <a:pPr lvl="1"/>
            <a:r>
              <a:rPr lang="en-US" dirty="0"/>
              <a:t>Loop over child</a:t>
            </a:r>
          </a:p>
          <a:p>
            <a:pPr lvl="2"/>
            <a:r>
              <a:rPr lang="en-US" dirty="0"/>
              <a:t>Add parameter variables to the inferred configuration</a:t>
            </a:r>
          </a:p>
          <a:p>
            <a:pPr lvl="2"/>
            <a:r>
              <a:rPr lang="en-US" dirty="0"/>
              <a:t>Resolve output fields using input fields</a:t>
            </a:r>
          </a:p>
          <a:p>
            <a:pPr lvl="1"/>
            <a:r>
              <a:rPr lang="en-US" dirty="0"/>
              <a:t>Copy resulting output fields to the inferred configuration</a:t>
            </a:r>
          </a:p>
          <a:p>
            <a:pPr lvl="1"/>
            <a:r>
              <a:rPr lang="en-US" dirty="0"/>
              <a:t>Aggerate variables</a:t>
            </a:r>
          </a:p>
          <a:p>
            <a:pPr lvl="2"/>
            <a:r>
              <a:rPr lang="en-US" dirty="0"/>
              <a:t> Variable with same name, represent as single variable</a:t>
            </a:r>
          </a:p>
          <a:p>
            <a:r>
              <a:rPr lang="en-US" b="1" dirty="0"/>
              <a:t>Outbound</a:t>
            </a:r>
          </a:p>
          <a:p>
            <a:pPr lvl="1"/>
            <a:r>
              <a:rPr lang="en-US" dirty="0"/>
              <a:t>Resolve </a:t>
            </a:r>
            <a:r>
              <a:rPr lang="en-US" b="1" dirty="0"/>
              <a:t>inferred </a:t>
            </a:r>
            <a:r>
              <a:rPr lang="en-US" dirty="0"/>
              <a:t>configuration with </a:t>
            </a:r>
            <a:r>
              <a:rPr lang="en-US" b="1" dirty="0"/>
              <a:t>user</a:t>
            </a:r>
            <a:r>
              <a:rPr lang="en-US" dirty="0"/>
              <a:t> configuration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5715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1967288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F8C78-F98A-14B1-87F5-B336F5DAB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generation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2E32A-8F53-31F2-AE0D-401D36845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Receive inbound configuration from parent</a:t>
            </a:r>
          </a:p>
          <a:p>
            <a:r>
              <a:rPr lang="en-US" dirty="0"/>
              <a:t>Resolve outbound configuration with received inbound configuration</a:t>
            </a:r>
          </a:p>
          <a:p>
            <a:r>
              <a:rPr lang="en-US" dirty="0"/>
              <a:t>Extract child-specific </a:t>
            </a:r>
          </a:p>
          <a:p>
            <a:r>
              <a:rPr lang="en-US" dirty="0"/>
              <a:t>Loop</a:t>
            </a:r>
          </a:p>
          <a:p>
            <a:pPr lvl="1"/>
            <a:r>
              <a:rPr lang="en-US" dirty="0"/>
              <a:t>Extract configuration for next child</a:t>
            </a:r>
          </a:p>
          <a:p>
            <a:pPr lvl="1"/>
            <a:r>
              <a:rPr lang="en-US" dirty="0"/>
              <a:t>Call transform on that child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9595907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5FB96-B6BF-01CA-46EF-8FCB1983D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transformer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05B20-8234-2343-2B94-497868C3C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3799114" cy="4351338"/>
          </a:xfrm>
        </p:spPr>
        <p:txBody>
          <a:bodyPr/>
          <a:lstStyle/>
          <a:p>
            <a:r>
              <a:rPr lang="en-US" dirty="0"/>
              <a:t>Outbound params</a:t>
            </a:r>
          </a:p>
          <a:p>
            <a:pPr lvl="1"/>
            <a:r>
              <a:rPr lang="en-US" dirty="0"/>
              <a:t>Names of variables</a:t>
            </a:r>
          </a:p>
          <a:p>
            <a:pPr lvl="1"/>
            <a:r>
              <a:rPr lang="en-US" dirty="0"/>
              <a:t>Expected inputs</a:t>
            </a:r>
          </a:p>
          <a:p>
            <a:pPr lvl="1"/>
            <a:r>
              <a:rPr lang="en-US" dirty="0"/>
              <a:t>Produced </a:t>
            </a:r>
          </a:p>
          <a:p>
            <a:r>
              <a:rPr lang="en-US" dirty="0"/>
              <a:t>Inbound params</a:t>
            </a:r>
          </a:p>
          <a:p>
            <a:pPr lvl="1"/>
            <a:r>
              <a:rPr lang="en-US" dirty="0"/>
              <a:t>Param values</a:t>
            </a:r>
          </a:p>
          <a:p>
            <a:pPr lvl="1"/>
            <a:r>
              <a:rPr lang="en-US" dirty="0"/>
              <a:t>Input map</a:t>
            </a:r>
          </a:p>
          <a:p>
            <a:pPr lvl="1"/>
            <a:r>
              <a:rPr lang="en-US" dirty="0"/>
              <a:t>Output map</a:t>
            </a:r>
            <a:endParaRPr lang="en-IL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C64D554-B88A-5B46-0BED-3137F0DA78B6}"/>
              </a:ext>
            </a:extLst>
          </p:cNvPr>
          <p:cNvSpPr txBox="1">
            <a:spLocks/>
          </p:cNvSpPr>
          <p:nvPr/>
        </p:nvSpPr>
        <p:spPr>
          <a:xfrm>
            <a:off x="5587482" y="1825625"/>
            <a:ext cx="379911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Inferred params</a:t>
            </a:r>
          </a:p>
          <a:p>
            <a:pPr lvl="1"/>
            <a:r>
              <a:rPr lang="en-US" dirty="0"/>
              <a:t>Pull and combine variables</a:t>
            </a:r>
          </a:p>
          <a:p>
            <a:pPr lvl="1"/>
            <a:r>
              <a:rPr lang="en-US" dirty="0"/>
              <a:t>Connect where </a:t>
            </a:r>
            <a:r>
              <a:rPr lang="en-US" dirty="0" err="1"/>
              <a:t>i</a:t>
            </a:r>
            <a:r>
              <a:rPr lang="en-US" dirty="0"/>
              <a:t>/o match (with overwrite)</a:t>
            </a:r>
          </a:p>
          <a:p>
            <a:pPr lvl="1"/>
            <a:r>
              <a:rPr lang="en-US" dirty="0"/>
              <a:t>Pull unconnected inputs and outputs </a:t>
            </a:r>
          </a:p>
          <a:p>
            <a:r>
              <a:rPr lang="en-US" dirty="0" err="1"/>
              <a:t>Configration</a:t>
            </a:r>
            <a:endParaRPr lang="en-US" dirty="0"/>
          </a:p>
          <a:p>
            <a:pPr lvl="1"/>
            <a:r>
              <a:rPr lang="en-US" dirty="0"/>
              <a:t>Introduce new variables and hide </a:t>
            </a:r>
            <a:r>
              <a:rPr lang="en-US" dirty="0" err="1"/>
              <a:t>exisng</a:t>
            </a:r>
            <a:endParaRPr lang="en-US" dirty="0"/>
          </a:p>
          <a:p>
            <a:pPr lvl="1"/>
            <a:r>
              <a:rPr lang="en-US" dirty="0"/>
              <a:t>Add mapping (and drop I/O)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591048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A3F755-F616-69CB-C62F-3ECE831F1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 API</a:t>
            </a:r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A64107-F36B-B0BA-4E2D-4087FC3D7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4552306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9BB753A-9771-051D-0EDA-AFB66755B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47013"/>
              </p:ext>
            </p:extLst>
          </p:nvPr>
        </p:nvGraphicFramePr>
        <p:xfrm>
          <a:off x="163902" y="325446"/>
          <a:ext cx="11864195" cy="6345131"/>
        </p:xfrm>
        <a:graphic>
          <a:graphicData uri="http://schemas.openxmlformats.org/drawingml/2006/table">
            <a:tbl>
              <a:tblPr firstRow="1" bandRow="1">
                <a:tableStyleId>{DB2C058E-AAA7-4CA8-9E2E-76ED0D1BB72B}</a:tableStyleId>
              </a:tblPr>
              <a:tblGrid>
                <a:gridCol w="396815">
                  <a:extLst>
                    <a:ext uri="{9D8B030D-6E8A-4147-A177-3AD203B41FA5}">
                      <a16:colId xmlns:a16="http://schemas.microsoft.com/office/drawing/2014/main" val="3570124281"/>
                    </a:ext>
                  </a:extLst>
                </a:gridCol>
                <a:gridCol w="1061049">
                  <a:extLst>
                    <a:ext uri="{9D8B030D-6E8A-4147-A177-3AD203B41FA5}">
                      <a16:colId xmlns:a16="http://schemas.microsoft.com/office/drawing/2014/main" val="2427264680"/>
                    </a:ext>
                  </a:extLst>
                </a:gridCol>
                <a:gridCol w="603849">
                  <a:extLst>
                    <a:ext uri="{9D8B030D-6E8A-4147-A177-3AD203B41FA5}">
                      <a16:colId xmlns:a16="http://schemas.microsoft.com/office/drawing/2014/main" val="1673132862"/>
                    </a:ext>
                  </a:extLst>
                </a:gridCol>
                <a:gridCol w="2941608">
                  <a:extLst>
                    <a:ext uri="{9D8B030D-6E8A-4147-A177-3AD203B41FA5}">
                      <a16:colId xmlns:a16="http://schemas.microsoft.com/office/drawing/2014/main" val="1983939193"/>
                    </a:ext>
                  </a:extLst>
                </a:gridCol>
                <a:gridCol w="6860874">
                  <a:extLst>
                    <a:ext uri="{9D8B030D-6E8A-4147-A177-3AD203B41FA5}">
                      <a16:colId xmlns:a16="http://schemas.microsoft.com/office/drawing/2014/main" val="1976085580"/>
                    </a:ext>
                  </a:extLst>
                </a:gridCol>
              </a:tblGrid>
              <a:tr h="4481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Category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MVP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API sub-category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Description</a:t>
                      </a:r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30531"/>
                  </a:ext>
                </a:extLst>
              </a:tr>
              <a:tr h="3677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/>
                        <a:t>0</a:t>
                      </a:r>
                      <a:endParaRPr lang="en-IL" sz="1200" b="1" dirty="0"/>
                    </a:p>
                  </a:txBody>
                  <a:tcPr>
                    <a:solidFill>
                      <a:srgbClr val="FBB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/>
                        <a:t>Publishing</a:t>
                      </a:r>
                      <a:endParaRPr lang="en-IL" sz="1200" b="1" dirty="0"/>
                    </a:p>
                  </a:txBody>
                  <a:tcPr>
                    <a:solidFill>
                      <a:srgbClr val="FBB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Yes</a:t>
                      </a:r>
                      <a:endParaRPr lang="en-IL" sz="1200" dirty="0"/>
                    </a:p>
                  </a:txBody>
                  <a:tcPr>
                    <a:solidFill>
                      <a:srgbClr val="FBB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RSS server</a:t>
                      </a:r>
                      <a:endParaRPr lang="en-IL" sz="1200" dirty="0"/>
                    </a:p>
                  </a:txBody>
                  <a:tcPr>
                    <a:solidFill>
                      <a:srgbClr val="FBB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 unique per user RSS  to consume documents from all user subscribed feeds (aka user channel) via a single RSS URL ingested  to a 3</a:t>
                      </a:r>
                      <a:r>
                        <a:rPr lang="en-US" sz="1200" baseline="30000" dirty="0"/>
                        <a:t>rd</a:t>
                      </a:r>
                      <a:r>
                        <a:rPr lang="en-US" sz="1200" dirty="0"/>
                        <a:t> party RSS client</a:t>
                      </a:r>
                      <a:endParaRPr lang="en-IL" sz="1200" dirty="0"/>
                    </a:p>
                  </a:txBody>
                  <a:tcPr>
                    <a:solidFill>
                      <a:srgbClr val="FBB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700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/>
                        <a:t>1</a:t>
                      </a:r>
                      <a:endParaRPr lang="en-IL" sz="1200" b="1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/>
                        <a:t>Consumption</a:t>
                      </a:r>
                      <a:endParaRPr lang="en-IL" sz="1200" b="1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Yes</a:t>
                      </a:r>
                      <a:endParaRPr lang="en-IL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Enum channel doc list</a:t>
                      </a:r>
                      <a:endParaRPr lang="en-IL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Get list of documents id in user channel based on various filtering (e.g., by feed or pagination) and sorting (latest, popular) criteria  </a:t>
                      </a:r>
                      <a:endParaRPr lang="en-IL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980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/>
                        <a:t>1</a:t>
                      </a:r>
                      <a:endParaRPr lang="en-IL" sz="1200" b="1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/>
                        <a:t>Consumption</a:t>
                      </a:r>
                      <a:endParaRPr lang="en-IL" sz="1200" b="1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Yes</a:t>
                      </a:r>
                      <a:endParaRPr lang="en-IL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Get doc item</a:t>
                      </a:r>
                      <a:endParaRPr lang="en-IL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Get individual document (by its id) and doc’s metadata for documents in user channel, in a sample set of feed or transformer, for a preview item when creating new feed or transformer</a:t>
                      </a:r>
                      <a:endParaRPr lang="en-IL" sz="12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55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  <a:endParaRPr lang="en-IL" sz="12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Catalogue</a:t>
                      </a:r>
                      <a:endParaRPr lang="en-IL" sz="12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Yes</a:t>
                      </a:r>
                      <a:endParaRPr lang="en-IL" sz="1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Enum transformers/feeds list</a:t>
                      </a:r>
                      <a:endParaRPr lang="en-IL" sz="1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Get list of transformer/feed  ids in catalogue based on filtering (e.g., public/private, feed/transformer, tags) and sorting criteria</a:t>
                      </a:r>
                      <a:endParaRPr lang="en-IL" sz="1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798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  <a:endParaRPr lang="en-IL" sz="12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Catalogue</a:t>
                      </a:r>
                      <a:endParaRPr lang="en-IL" sz="12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Yes</a:t>
                      </a:r>
                      <a:endParaRPr lang="en-IL" sz="1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Get transformer/feed item</a:t>
                      </a:r>
                      <a:endParaRPr lang="en-IL" sz="1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Get individual feed/transformer by id with all metadata (tags, when created, ids of samples, description etc.)</a:t>
                      </a:r>
                      <a:endParaRPr lang="en-IL" sz="1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197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  <a:endParaRPr lang="en-IL" sz="12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Catalogue</a:t>
                      </a:r>
                      <a:endParaRPr lang="en-IL" sz="12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Yes</a:t>
                      </a:r>
                      <a:endParaRPr lang="en-IL" sz="1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Update/create transformer/feed items</a:t>
                      </a:r>
                      <a:endParaRPr lang="en-IL" sz="1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Create new or update existing transformed/feed configuration by submitting new/updated JSON descriptor </a:t>
                      </a:r>
                      <a:endParaRPr lang="en-IL" sz="1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790719"/>
                  </a:ext>
                </a:extLst>
              </a:tr>
              <a:tr h="31917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</a:t>
                      </a:r>
                      <a:endParaRPr lang="en-IL" sz="1200" b="1" dirty="0"/>
                    </a:p>
                  </a:txBody>
                  <a:tcPr>
                    <a:solidFill>
                      <a:srgbClr val="6CD8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Subscription</a:t>
                      </a:r>
                      <a:endParaRPr lang="en-IL" sz="1200" b="1" dirty="0"/>
                    </a:p>
                  </a:txBody>
                  <a:tcPr>
                    <a:solidFill>
                      <a:srgbClr val="6CD8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Yes</a:t>
                      </a:r>
                      <a:endParaRPr lang="en-IL" sz="1200" dirty="0"/>
                    </a:p>
                  </a:txBody>
                  <a:tcPr>
                    <a:solidFill>
                      <a:srgbClr val="6CD8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Enum subscribed feeds</a:t>
                      </a:r>
                      <a:endParaRPr lang="en-IL" sz="1200" dirty="0"/>
                    </a:p>
                  </a:txBody>
                  <a:tcPr>
                    <a:solidFill>
                      <a:srgbClr val="6CD8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Get list of user subscribed feeds and subscription policy/quotes/targets for user id</a:t>
                      </a:r>
                      <a:endParaRPr lang="en-IL" sz="1200" dirty="0"/>
                    </a:p>
                  </a:txBody>
                  <a:tcPr>
                    <a:solidFill>
                      <a:srgbClr val="6CD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637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</a:t>
                      </a:r>
                      <a:endParaRPr lang="en-IL" sz="1200" b="1" dirty="0"/>
                    </a:p>
                  </a:txBody>
                  <a:tcPr>
                    <a:solidFill>
                      <a:srgbClr val="6CD8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Subscription</a:t>
                      </a:r>
                      <a:endParaRPr lang="en-IL" sz="1200" b="1" dirty="0"/>
                    </a:p>
                  </a:txBody>
                  <a:tcPr>
                    <a:solidFill>
                      <a:srgbClr val="6CD8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Yes</a:t>
                      </a:r>
                      <a:endParaRPr lang="en-IL" sz="1200" dirty="0"/>
                    </a:p>
                  </a:txBody>
                  <a:tcPr>
                    <a:solidFill>
                      <a:srgbClr val="6CD8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Update subscription </a:t>
                      </a:r>
                      <a:endParaRPr lang="en-IL" sz="1200" dirty="0"/>
                    </a:p>
                  </a:txBody>
                  <a:tcPr>
                    <a:solidFill>
                      <a:srgbClr val="6CD8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Add/Remove or change subscription  policy/quotas and publishing targets</a:t>
                      </a:r>
                      <a:endParaRPr lang="en-IL" sz="1200" dirty="0"/>
                    </a:p>
                  </a:txBody>
                  <a:tcPr>
                    <a:solidFill>
                      <a:srgbClr val="6CD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0198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</a:t>
                      </a:r>
                      <a:endParaRPr lang="en-IL" sz="12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Accounts</a:t>
                      </a:r>
                      <a:endParaRPr lang="en-IL" sz="12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</a:t>
                      </a:r>
                      <a:endParaRPr lang="en-IL" sz="12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Get account details</a:t>
                      </a:r>
                      <a:endParaRPr lang="en-IL" sz="12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Get username/description/e-mail information</a:t>
                      </a:r>
                      <a:endParaRPr lang="en-IL" sz="12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29985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</a:t>
                      </a:r>
                      <a:endParaRPr lang="en-IL" sz="12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Accounts</a:t>
                      </a:r>
                      <a:endParaRPr lang="en-IL" sz="12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Yes</a:t>
                      </a:r>
                      <a:endParaRPr lang="en-IL" sz="12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Update/create user</a:t>
                      </a:r>
                      <a:endParaRPr lang="en-IL" sz="12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Create new use or update existing user with modifiable parameters (nick?)</a:t>
                      </a:r>
                      <a:endParaRPr lang="en-IL" sz="12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089488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</a:t>
                      </a:r>
                      <a:endParaRPr lang="en-IL" sz="12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Accounts</a:t>
                      </a:r>
                      <a:endParaRPr lang="en-IL" sz="12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</a:t>
                      </a:r>
                      <a:endParaRPr lang="en-IL" sz="12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Authenticate/password change</a:t>
                      </a:r>
                      <a:endParaRPr lang="en-IL" sz="12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All stuff around authentication., e-mail confirmation , lost password etc</a:t>
                      </a:r>
                      <a:endParaRPr lang="en-IL" sz="12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8806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5</a:t>
                      </a:r>
                      <a:endParaRPr lang="en-IL" sz="12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Wallet</a:t>
                      </a:r>
                      <a:endParaRPr lang="en-IL" sz="12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Yes</a:t>
                      </a:r>
                      <a:endParaRPr lang="en-IL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Get tokens balance</a:t>
                      </a:r>
                      <a:endParaRPr lang="en-IL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Get user token balance</a:t>
                      </a:r>
                      <a:endParaRPr lang="en-IL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402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5</a:t>
                      </a:r>
                      <a:endParaRPr lang="en-IL" sz="12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Wallet</a:t>
                      </a:r>
                      <a:endParaRPr lang="en-IL" sz="12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Yes</a:t>
                      </a:r>
                      <a:endParaRPr lang="en-IL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Enum tokens transactions</a:t>
                      </a:r>
                      <a:endParaRPr lang="en-IL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Get user token transactions based on filter and sorting</a:t>
                      </a:r>
                      <a:endParaRPr lang="en-IL" sz="12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330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5</a:t>
                      </a:r>
                      <a:endParaRPr lang="en-IL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Wallet</a:t>
                      </a:r>
                      <a:endParaRPr lang="en-IL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Submit tokens purchase/cash out request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Purchase tokens based on subscription/package plans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021385"/>
                  </a:ext>
                </a:extLst>
              </a:tr>
              <a:tr h="16148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6</a:t>
                      </a:r>
                      <a:endParaRPr lang="en-IL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Community</a:t>
                      </a:r>
                      <a:endParaRPr lang="en-IL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No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Enum talkbacks list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Get list of talkbacks for feed/transformer id based on filtering and sorting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33955"/>
                  </a:ext>
                </a:extLst>
              </a:tr>
              <a:tr h="16148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6</a:t>
                      </a:r>
                      <a:endParaRPr lang="en-IL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Community</a:t>
                      </a:r>
                      <a:endParaRPr lang="en-IL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No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Submit talkback item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Submit a new talkback to the community for a feed/transformer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350700"/>
                  </a:ext>
                </a:extLst>
              </a:tr>
              <a:tr h="16148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7</a:t>
                      </a:r>
                      <a:endParaRPr lang="en-IL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Models</a:t>
                      </a:r>
                      <a:endParaRPr lang="en-IL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No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Publish/manage 3</a:t>
                      </a:r>
                      <a:r>
                        <a:rPr lang="en-US" sz="1200" baseline="30000"/>
                        <a:t>rd</a:t>
                      </a:r>
                      <a:r>
                        <a:rPr lang="en-US" sz="1200"/>
                        <a:t> party models 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For model providers, allow to connect 3</a:t>
                      </a:r>
                      <a:r>
                        <a:rPr lang="en-US" sz="1200" baseline="30000"/>
                        <a:t>rd</a:t>
                      </a:r>
                      <a:r>
                        <a:rPr lang="en-US" sz="1200"/>
                        <a:t> party APIs for models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670931"/>
                  </a:ext>
                </a:extLst>
              </a:tr>
              <a:tr h="16148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8</a:t>
                      </a:r>
                      <a:endParaRPr lang="en-IL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Sources</a:t>
                      </a:r>
                      <a:endParaRPr lang="en-IL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No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/>
                        <a:t>Publish/manage 3</a:t>
                      </a:r>
                      <a:r>
                        <a:rPr lang="en-US" sz="1200" baseline="30000"/>
                        <a:t>rd</a:t>
                      </a:r>
                      <a:r>
                        <a:rPr lang="en-US" sz="1200"/>
                        <a:t> party models 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For content providers, allow to connect 3</a:t>
                      </a:r>
                      <a:r>
                        <a:rPr lang="en-US" sz="1200" baseline="30000" dirty="0"/>
                        <a:t>rd</a:t>
                      </a:r>
                      <a:r>
                        <a:rPr lang="en-US" sz="1200" dirty="0"/>
                        <a:t> party API for sources</a:t>
                      </a:r>
                      <a:endParaRPr lang="en-IL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787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95374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9FE987-6E00-14DC-9029-484B0EEBE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5506300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848DF3-D4A1-AD52-145E-C60D32997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1A66C5-CA7C-CE0D-04C8-3AEA6E0C9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Creator fee</a:t>
            </a:r>
            <a:r>
              <a:rPr lang="en-US" dirty="0"/>
              <a:t>:  an owner user that shares transformer or feed can set a “creator fee” per document</a:t>
            </a:r>
          </a:p>
          <a:p>
            <a:pPr lvl="1"/>
            <a:r>
              <a:rPr lang="en-US" dirty="0"/>
              <a:t>Paid to an owner every time a feed’s document is requested </a:t>
            </a:r>
          </a:p>
          <a:p>
            <a:pPr lvl="1"/>
            <a:r>
              <a:rPr lang="en-US" dirty="0"/>
              <a:t>Paid for cached document request or request for generation of new docs </a:t>
            </a:r>
          </a:p>
          <a:p>
            <a:pPr lvl="1"/>
            <a:r>
              <a:rPr lang="en-US" dirty="0"/>
              <a:t>Paid for documents consumed by other users or as input to other transformers/feeds</a:t>
            </a:r>
          </a:p>
          <a:p>
            <a:pPr lvl="1"/>
            <a:r>
              <a:rPr lang="en-US" dirty="0"/>
              <a:t>Paid every time document is requested (even if multiple times) by a same user or if requested multiple times within the same generation flow</a:t>
            </a:r>
          </a:p>
          <a:p>
            <a:pPr lvl="1"/>
            <a:endParaRPr lang="en-US" dirty="0"/>
          </a:p>
          <a:p>
            <a:r>
              <a:rPr lang="en-US" b="1" dirty="0"/>
              <a:t>Generator fee</a:t>
            </a:r>
            <a:r>
              <a:rPr lang="en-US" dirty="0"/>
              <a:t>: a  generation of a document can be associated with a fixed cost</a:t>
            </a:r>
          </a:p>
          <a:p>
            <a:pPr lvl="1"/>
            <a:r>
              <a:rPr lang="en-US" dirty="0"/>
              <a:t>Cost defined by model API/processing cost or source content/subscription cost </a:t>
            </a:r>
          </a:p>
          <a:p>
            <a:pPr lvl="1"/>
            <a:r>
              <a:rPr lang="en-US" dirty="0"/>
              <a:t>Every feed has a generation cost attributed to various providers</a:t>
            </a:r>
          </a:p>
          <a:p>
            <a:pPr lvl="1"/>
            <a:r>
              <a:rPr lang="en-US" dirty="0"/>
              <a:t>Every time a document is requested, the feed generations shared amount direct or indirect users </a:t>
            </a:r>
          </a:p>
        </p:txBody>
      </p:sp>
    </p:spTree>
    <p:extLst>
      <p:ext uri="{BB962C8B-B14F-4D97-AF65-F5344CB8AC3E}">
        <p14:creationId xmlns:p14="http://schemas.microsoft.com/office/powerpoint/2010/main" val="16136433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5A81-7454-3D05-D529-424C4900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048"/>
            <a:ext cx="10515600" cy="1325563"/>
          </a:xfrm>
        </p:spPr>
        <p:txBody>
          <a:bodyPr/>
          <a:lstStyle/>
          <a:p>
            <a:r>
              <a:rPr lang="en-US" dirty="0"/>
              <a:t>Concepts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4D989-B08B-3CB6-7770-CE2EFE203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0611"/>
            <a:ext cx="10515600" cy="473635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Creator and generation </a:t>
            </a:r>
            <a:r>
              <a:rPr lang="en-US" dirty="0"/>
              <a:t>“bills” attribute tokens for various owners</a:t>
            </a:r>
          </a:p>
          <a:p>
            <a:pPr lvl="1"/>
            <a:r>
              <a:rPr lang="en-US" dirty="0"/>
              <a:t>{“</a:t>
            </a:r>
            <a:r>
              <a:rPr lang="en-US" dirty="0" err="1"/>
              <a:t>user”:”tokens</a:t>
            </a:r>
            <a:r>
              <a:rPr lang="en-US" dirty="0"/>
              <a:t>”}, user are owners</a:t>
            </a:r>
          </a:p>
          <a:p>
            <a:endParaRPr lang="en-US" dirty="0"/>
          </a:p>
          <a:p>
            <a:r>
              <a:rPr lang="en-US" b="1" dirty="0"/>
              <a:t>Surcharge and total </a:t>
            </a:r>
            <a:r>
              <a:rPr lang="en-US" dirty="0"/>
              <a:t>bills</a:t>
            </a:r>
          </a:p>
          <a:p>
            <a:pPr lvl="1"/>
            <a:r>
              <a:rPr lang="en-US" dirty="0"/>
              <a:t>Creator/Generation bills for feed addition or for generating entire document</a:t>
            </a:r>
          </a:p>
          <a:p>
            <a:pPr lvl="1"/>
            <a:endParaRPr lang="en-US" dirty="0"/>
          </a:p>
          <a:p>
            <a:r>
              <a:rPr lang="en-US" b="1" dirty="0"/>
              <a:t>Feed generator ledger</a:t>
            </a:r>
          </a:p>
          <a:p>
            <a:pPr lvl="1"/>
            <a:r>
              <a:rPr lang="en-US" dirty="0"/>
              <a:t>Every time a user generate or request document from the feed, it writes it down in feed ledger </a:t>
            </a:r>
          </a:p>
          <a:p>
            <a:pPr lvl="1"/>
            <a:r>
              <a:rPr lang="en-US" dirty="0"/>
              <a:t> {“debit”: {“user”: counter, “</a:t>
            </a:r>
            <a:r>
              <a:rPr lang="en-US" dirty="0" err="1"/>
              <a:t>user”:counter</a:t>
            </a:r>
            <a:r>
              <a:rPr lang="en-US" dirty="0"/>
              <a:t>}, “credit”, {“user”: counter, “</a:t>
            </a:r>
            <a:r>
              <a:rPr lang="en-US" dirty="0" err="1"/>
              <a:t>user”:counter</a:t>
            </a:r>
            <a:r>
              <a:rPr lang="en-US" dirty="0"/>
              <a:t>}}  </a:t>
            </a:r>
          </a:p>
          <a:p>
            <a:pPr marL="571500" lvl="1" indent="0">
              <a:buNone/>
            </a:pPr>
            <a:endParaRPr lang="en-US" dirty="0"/>
          </a:p>
          <a:p>
            <a:r>
              <a:rPr lang="en-US" dirty="0"/>
              <a:t>When document is processed</a:t>
            </a:r>
          </a:p>
          <a:p>
            <a:pPr lvl="1"/>
            <a:r>
              <a:rPr lang="en-US" dirty="0"/>
              <a:t>User </a:t>
            </a:r>
            <a:r>
              <a:rPr lang="en-US" b="1" dirty="0"/>
              <a:t>pays</a:t>
            </a:r>
            <a:r>
              <a:rPr lang="en-US" dirty="0"/>
              <a:t> according to </a:t>
            </a:r>
            <a:r>
              <a:rPr lang="en-US" b="1" dirty="0"/>
              <a:t>source feed total creator </a:t>
            </a:r>
            <a:r>
              <a:rPr lang="en-US" dirty="0"/>
              <a:t>bill</a:t>
            </a:r>
          </a:p>
          <a:p>
            <a:pPr lvl="1"/>
            <a:r>
              <a:rPr lang="en-US" dirty="0"/>
              <a:t>User </a:t>
            </a:r>
            <a:r>
              <a:rPr lang="en-US" b="1" dirty="0"/>
              <a:t>pays</a:t>
            </a:r>
            <a:r>
              <a:rPr lang="en-US" dirty="0"/>
              <a:t> according to </a:t>
            </a:r>
            <a:r>
              <a:rPr lang="en-US" b="1" dirty="0"/>
              <a:t>current feed marginal creator and generation </a:t>
            </a:r>
            <a:r>
              <a:rPr lang="en-US" dirty="0"/>
              <a:t>bill</a:t>
            </a:r>
          </a:p>
          <a:p>
            <a:pPr lvl="1"/>
            <a:r>
              <a:rPr lang="en-US" dirty="0"/>
              <a:t>User logs a debit entry to the current feed ledger (for future cashback)</a:t>
            </a:r>
          </a:p>
          <a:p>
            <a:pPr lvl="1"/>
            <a:r>
              <a:rPr lang="en-US" dirty="0"/>
              <a:t>User logs a credit entry to a source feed ledger (for future payment)</a:t>
            </a:r>
          </a:p>
          <a:p>
            <a:pPr marL="5715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62952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E3AA-DFBE-012F-57AC-649F419F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Periodic cashback accounting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918C0-AF31-8356-3CE6-683A8E513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ledger</a:t>
            </a:r>
          </a:p>
          <a:p>
            <a:r>
              <a:rPr lang="en-US" dirty="0"/>
              <a:t>Make cashback transaction</a:t>
            </a:r>
          </a:p>
          <a:p>
            <a:r>
              <a:rPr lang="en-US" dirty="0"/>
              <a:t>Clear ledger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0640320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0A87-11D5-629D-0AB3-4944AAFE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cycle accounting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A82F1-95E2-8B6C-579D-3D508EC0D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</a:t>
            </a:r>
          </a:p>
          <a:p>
            <a:pPr lvl="1"/>
            <a:r>
              <a:rPr lang="en-US" dirty="0" err="1"/>
              <a:t>gen_counter</a:t>
            </a:r>
            <a:endParaRPr lang="en-US" dirty="0"/>
          </a:p>
          <a:p>
            <a:pPr lvl="1"/>
            <a:r>
              <a:rPr lang="en-US" dirty="0" err="1"/>
              <a:t>use_counter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Cashback from credit user “</a:t>
            </a:r>
            <a:r>
              <a:rPr lang="en-US" dirty="0" err="1"/>
              <a:t>src</a:t>
            </a:r>
            <a:r>
              <a:rPr lang="en-US" dirty="0"/>
              <a:t>” to debit user “</a:t>
            </a:r>
            <a:r>
              <a:rPr lang="en-US" dirty="0" err="1"/>
              <a:t>dst</a:t>
            </a:r>
            <a:r>
              <a:rPr lang="en-US" dirty="0"/>
              <a:t>”</a:t>
            </a:r>
          </a:p>
          <a:p>
            <a:pPr lvl="1"/>
            <a:r>
              <a:rPr lang="en-US" dirty="0" err="1"/>
              <a:t>credit_ratio</a:t>
            </a:r>
            <a:r>
              <a:rPr lang="en-US" dirty="0"/>
              <a:t>(</a:t>
            </a:r>
            <a:r>
              <a:rPr lang="en-US" dirty="0" err="1"/>
              <a:t>src</a:t>
            </a:r>
            <a:r>
              <a:rPr lang="en-US" dirty="0"/>
              <a:t>)= credit(</a:t>
            </a:r>
            <a:r>
              <a:rPr lang="en-US" dirty="0" err="1"/>
              <a:t>src</a:t>
            </a:r>
            <a:r>
              <a:rPr lang="en-US" dirty="0"/>
              <a:t>)/ (</a:t>
            </a:r>
            <a:r>
              <a:rPr lang="en-US" dirty="0" err="1"/>
              <a:t>gen+use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debit_ratio</a:t>
            </a:r>
            <a:r>
              <a:rPr lang="en-US" dirty="0"/>
              <a:t>(</a:t>
            </a:r>
            <a:r>
              <a:rPr lang="en-US" dirty="0" err="1"/>
              <a:t>dst</a:t>
            </a:r>
            <a:r>
              <a:rPr lang="en-US" dirty="0"/>
              <a:t>)=debit(</a:t>
            </a:r>
            <a:r>
              <a:rPr lang="en-US" dirty="0" err="1"/>
              <a:t>tgt</a:t>
            </a:r>
            <a:r>
              <a:rPr lang="en-US" dirty="0"/>
              <a:t>)/gen</a:t>
            </a:r>
          </a:p>
          <a:p>
            <a:pPr lvl="1"/>
            <a:r>
              <a:rPr lang="en-US" dirty="0" err="1"/>
              <a:t>cashback_ratio</a:t>
            </a:r>
            <a:r>
              <a:rPr lang="en-US" dirty="0"/>
              <a:t> =</a:t>
            </a:r>
            <a:r>
              <a:rPr lang="en-US" dirty="0" err="1"/>
              <a:t>credit_ratio</a:t>
            </a:r>
            <a:r>
              <a:rPr lang="en-US" dirty="0"/>
              <a:t>(</a:t>
            </a:r>
            <a:r>
              <a:rPr lang="en-US" dirty="0" err="1"/>
              <a:t>src</a:t>
            </a:r>
            <a:r>
              <a:rPr lang="en-US" dirty="0"/>
              <a:t>)*</a:t>
            </a:r>
            <a:r>
              <a:rPr lang="en-US" dirty="0" err="1"/>
              <a:t>debit_ratio</a:t>
            </a:r>
            <a:r>
              <a:rPr lang="en-US" dirty="0"/>
              <a:t>(</a:t>
            </a:r>
            <a:r>
              <a:rPr lang="en-US" dirty="0" err="1"/>
              <a:t>dst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Cashback: </a:t>
            </a:r>
            <a:r>
              <a:rPr lang="en-US" dirty="0" err="1"/>
              <a:t>total_gen</a:t>
            </a:r>
            <a:r>
              <a:rPr lang="en-US" dirty="0"/>
              <a:t>*</a:t>
            </a:r>
            <a:r>
              <a:rPr lang="en-US" dirty="0" err="1"/>
              <a:t>marginal_cost</a:t>
            </a:r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5511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10268</TotalTime>
  <Words>9171</Words>
  <Application>Microsoft Office PowerPoint</Application>
  <PresentationFormat>Widescreen</PresentationFormat>
  <Paragraphs>1989</Paragraphs>
  <Slides>124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124</vt:i4>
      </vt:variant>
    </vt:vector>
  </HeadingPairs>
  <TitlesOfParts>
    <vt:vector size="128" baseType="lpstr">
      <vt:lpstr>Arial</vt:lpstr>
      <vt:lpstr>Arial Unicode MS</vt:lpstr>
      <vt:lpstr>Calibri</vt:lpstr>
      <vt:lpstr>Office Theme</vt:lpstr>
      <vt:lpstr>PromptArt.AI</vt:lpstr>
      <vt:lpstr>TOC</vt:lpstr>
      <vt:lpstr>Product Concept</vt:lpstr>
      <vt:lpstr>A platform for AI-mediated personalized infotainment</vt:lpstr>
      <vt:lpstr>Forces</vt:lpstr>
      <vt:lpstr>Content</vt:lpstr>
      <vt:lpstr>Users' segmentation</vt:lpstr>
      <vt:lpstr>Benefits for content generation in the platform</vt:lpstr>
      <vt:lpstr>Enabling technology: AI Content Transformer</vt:lpstr>
      <vt:lpstr>Millions of possible transformations/prompts</vt:lpstr>
      <vt:lpstr>Subscription and payments</vt:lpstr>
      <vt:lpstr>PowerPoint Presentation</vt:lpstr>
      <vt:lpstr>MVP Scope</vt:lpstr>
      <vt:lpstr>Content Aggregators vs. Content Transformers</vt:lpstr>
      <vt:lpstr>Buy-side Ecosystem</vt:lpstr>
      <vt:lpstr>Sell-side customers</vt:lpstr>
      <vt:lpstr>Unleashing Prompt Artists’ creativity</vt:lpstr>
      <vt:lpstr>Content consumption via specialized  mobile/web apps</vt:lpstr>
      <vt:lpstr>Business Model: PromptArt Token Economy</vt:lpstr>
      <vt:lpstr>Concept of Operations</vt:lpstr>
      <vt:lpstr>Provisioning content/tokens</vt:lpstr>
      <vt:lpstr>Data interfaces and configurations</vt:lpstr>
      <vt:lpstr>Feed attributes in a catalogue</vt:lpstr>
      <vt:lpstr>Transformer attributes in a catalogue</vt:lpstr>
      <vt:lpstr>ConOp: Creating New Feed</vt:lpstr>
      <vt:lpstr>ConOp: Creating new Transformers</vt:lpstr>
      <vt:lpstr>Preview in playground</vt:lpstr>
      <vt:lpstr>Channel Attributes</vt:lpstr>
      <vt:lpstr>Major Epics: Consumer</vt:lpstr>
      <vt:lpstr>MVP</vt:lpstr>
      <vt:lpstr>Architecture and Software Design</vt:lpstr>
      <vt:lpstr>Documents, Feed and Transformers Objects</vt:lpstr>
      <vt:lpstr>Implicit and Explicit Feeds</vt:lpstr>
      <vt:lpstr>Element interfaces and configuration specification</vt:lpstr>
      <vt:lpstr>Interface and Configuration Docs</vt:lpstr>
      <vt:lpstr>Interface/Configuration Doc Formats</vt:lpstr>
      <vt:lpstr>Typical interface/Config</vt:lpstr>
      <vt:lpstr>Documents and Chain</vt:lpstr>
      <vt:lpstr>Database schema</vt:lpstr>
      <vt:lpstr>Design: SQL Tables (Minimal Set)</vt:lpstr>
      <vt:lpstr>1. “Feeds” Table</vt:lpstr>
      <vt:lpstr>2. “Transforms” Table</vt:lpstr>
      <vt:lpstr>3. “Documents” Table</vt:lpstr>
      <vt:lpstr>4. “Users” Table</vt:lpstr>
      <vt:lpstr>5. Transactions Table</vt:lpstr>
      <vt:lpstr>System Services and APIs</vt:lpstr>
      <vt:lpstr>Top-level system services</vt:lpstr>
      <vt:lpstr>Interfaces</vt:lpstr>
      <vt:lpstr>1. Provisioning Service/API</vt:lpstr>
      <vt:lpstr>2. Content API</vt:lpstr>
      <vt:lpstr>3. Generation API </vt:lpstr>
      <vt:lpstr>4. Wallet API </vt:lpstr>
      <vt:lpstr>5. Transaction API</vt:lpstr>
      <vt:lpstr>6. Model API</vt:lpstr>
      <vt:lpstr>7.Publishing API</vt:lpstr>
      <vt:lpstr>8. User API</vt:lpstr>
      <vt:lpstr>9. Payment API</vt:lpstr>
      <vt:lpstr>10. Source API</vt:lpstr>
      <vt:lpstr>Content Generation Flow</vt:lpstr>
      <vt:lpstr>Tasks and triggers</vt:lpstr>
      <vt:lpstr>Task Queue operation</vt:lpstr>
      <vt:lpstr>Generation constraints and conditions</vt:lpstr>
      <vt:lpstr>Content Generation Loop</vt:lpstr>
      <vt:lpstr>Content Generation Flow</vt:lpstr>
      <vt:lpstr>Tasks Object/JSON</vt:lpstr>
      <vt:lpstr>Interactive Content generation</vt:lpstr>
      <vt:lpstr>UI Screens/Pages</vt:lpstr>
      <vt:lpstr>Flow</vt:lpstr>
      <vt:lpstr>UI Screens</vt:lpstr>
      <vt:lpstr>Branding</vt:lpstr>
      <vt:lpstr>User Journey</vt:lpstr>
      <vt:lpstr>Browse Catalogue Page</vt:lpstr>
      <vt:lpstr>Catalogue View</vt:lpstr>
      <vt:lpstr>Catalogue View: Elements List</vt:lpstr>
      <vt:lpstr>Browse Catalog</vt:lpstr>
      <vt:lpstr>Individual Item View</vt:lpstr>
      <vt:lpstr>Item view</vt:lpstr>
      <vt:lpstr>Item View: Actions</vt:lpstr>
      <vt:lpstr>Single Item(Feed Transformer)</vt:lpstr>
      <vt:lpstr>Playground/Edit View</vt:lpstr>
      <vt:lpstr>Layout</vt:lpstr>
      <vt:lpstr>Actions</vt:lpstr>
      <vt:lpstr>Edit Feed</vt:lpstr>
      <vt:lpstr>Edit Transform</vt:lpstr>
      <vt:lpstr>View My Countent</vt:lpstr>
      <vt:lpstr>Layout</vt:lpstr>
      <vt:lpstr>View Content in my channel/RSS view</vt:lpstr>
      <vt:lpstr>Account</vt:lpstr>
      <vt:lpstr>Channel Config</vt:lpstr>
      <vt:lpstr>Implementation Roadmap</vt:lpstr>
      <vt:lpstr>Plan for MVP</vt:lpstr>
      <vt:lpstr>P1 Tasks</vt:lpstr>
      <vt:lpstr>Process</vt:lpstr>
      <vt:lpstr>Open-source 3rd party components</vt:lpstr>
      <vt:lpstr>Content Generation Graph</vt:lpstr>
      <vt:lpstr>Computational graphs</vt:lpstr>
      <vt:lpstr>Content Generation Graph</vt:lpstr>
      <vt:lpstr>Documents, Feeds and Streams</vt:lpstr>
      <vt:lpstr>Atomic Transformers: Adapter/Model/Source</vt:lpstr>
      <vt:lpstr>Generic Transformer</vt:lpstr>
      <vt:lpstr>Generator Graph</vt:lpstr>
      <vt:lpstr>Generators vs. Transformer Definition</vt:lpstr>
      <vt:lpstr>Generator and Transformer API</vt:lpstr>
      <vt:lpstr>Generating intermediate feeds IDs using naming convention and children IDs</vt:lpstr>
      <vt:lpstr>Stream Signature</vt:lpstr>
      <vt:lpstr>Computing stream signature</vt:lpstr>
      <vt:lpstr>Detailed Generation API</vt:lpstr>
      <vt:lpstr>Detailed transformation API</vt:lpstr>
      <vt:lpstr>Interfaces and Parameters</vt:lpstr>
      <vt:lpstr>Document Fields and Parameters</vt:lpstr>
      <vt:lpstr>Configuration types</vt:lpstr>
      <vt:lpstr>CDF Resolution process</vt:lpstr>
      <vt:lpstr>Configuration flow</vt:lpstr>
      <vt:lpstr>Immutable document fields</vt:lpstr>
      <vt:lpstr>Inferring  and outbound configurations</vt:lpstr>
      <vt:lpstr>Content generation</vt:lpstr>
      <vt:lpstr>Using transformer</vt:lpstr>
      <vt:lpstr>BACKEND API</vt:lpstr>
      <vt:lpstr>PowerPoint Presentation</vt:lpstr>
      <vt:lpstr>Finance</vt:lpstr>
      <vt:lpstr>Motivation</vt:lpstr>
      <vt:lpstr>Concepts</vt:lpstr>
      <vt:lpstr>Periodic cashback accounting</vt:lpstr>
      <vt:lpstr>End of cycle accounting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PromptArt.AI</dc:title>
  <dc:creator>Sasha Apartsin</dc:creator>
  <cp:lastModifiedBy>Sasha Apartsin</cp:lastModifiedBy>
  <cp:revision>52</cp:revision>
  <dcterms:created xsi:type="dcterms:W3CDTF">2023-05-11T07:05:38Z</dcterms:created>
  <dcterms:modified xsi:type="dcterms:W3CDTF">2023-06-05T09:06:10Z</dcterms:modified>
</cp:coreProperties>
</file>